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24" r:id="rId1"/>
  </p:sldMasterIdLst>
  <p:notesMasterIdLst>
    <p:notesMasterId r:id="rId24"/>
  </p:notesMasterIdLst>
  <p:handoutMasterIdLst>
    <p:handoutMasterId r:id="rId25"/>
  </p:handoutMasterIdLst>
  <p:sldIdLst>
    <p:sldId id="268" r:id="rId2"/>
    <p:sldId id="280" r:id="rId3"/>
    <p:sldId id="270" r:id="rId4"/>
    <p:sldId id="279" r:id="rId5"/>
    <p:sldId id="289" r:id="rId6"/>
    <p:sldId id="290" r:id="rId7"/>
    <p:sldId id="291" r:id="rId8"/>
    <p:sldId id="306" r:id="rId9"/>
    <p:sldId id="304" r:id="rId10"/>
    <p:sldId id="298" r:id="rId11"/>
    <p:sldId id="308" r:id="rId12"/>
    <p:sldId id="303" r:id="rId13"/>
    <p:sldId id="302" r:id="rId14"/>
    <p:sldId id="305" r:id="rId15"/>
    <p:sldId id="272" r:id="rId16"/>
    <p:sldId id="282" r:id="rId17"/>
    <p:sldId id="300" r:id="rId18"/>
    <p:sldId id="301" r:id="rId19"/>
    <p:sldId id="307" r:id="rId20"/>
    <p:sldId id="309" r:id="rId21"/>
    <p:sldId id="297" r:id="rId22"/>
    <p:sldId id="313" r:id="rId23"/>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orient="horz" pos="384">
          <p15:clr>
            <a:srgbClr val="A4A3A4"/>
          </p15:clr>
        </p15:guide>
        <p15:guide id="3" orient="horz" pos="3792">
          <p15:clr>
            <a:srgbClr val="A4A3A4"/>
          </p15:clr>
        </p15:guide>
        <p15:guide id="4" pos="959">
          <p15:clr>
            <a:srgbClr val="A4A3A4"/>
          </p15:clr>
        </p15:guide>
        <p15:guide id="5" pos="6719">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002" autoAdjust="0"/>
    <p:restoredTop sz="94660"/>
  </p:normalViewPr>
  <p:slideViewPr>
    <p:cSldViewPr>
      <p:cViewPr>
        <p:scale>
          <a:sx n="100" d="100"/>
          <a:sy n="100" d="100"/>
        </p:scale>
        <p:origin x="48" y="-1368"/>
      </p:cViewPr>
      <p:guideLst>
        <p:guide orient="horz" pos="2160"/>
        <p:guide orient="horz" pos="384"/>
        <p:guide orient="horz" pos="3792"/>
        <p:guide pos="959"/>
        <p:guide pos="6719"/>
      </p:guideLst>
    </p:cSldViewPr>
  </p:slideViewPr>
  <p:notesTextViewPr>
    <p:cViewPr>
      <p:scale>
        <a:sx n="100" d="100"/>
        <a:sy n="100" d="100"/>
      </p:scale>
      <p:origin x="0" y="0"/>
    </p:cViewPr>
  </p:notesTextViewPr>
  <p:notesViewPr>
    <p:cSldViewPr showGuides="1">
      <p:cViewPr varScale="1">
        <p:scale>
          <a:sx n="76" d="100"/>
          <a:sy n="76" d="100"/>
        </p:scale>
        <p:origin x="2538"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EA74EB7-856E-45FD-83F0-5F7C6F3E4372}" type="datetimeFigureOut">
              <a:rPr lang="en-US"/>
              <a:t>3/23/2026</a:t>
            </a:fld>
            <a:endParaRPr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4886E15-F82A-4596-A46C-375C6D3981E1}" type="slidenum">
              <a:rPr/>
              <a:t>‹#›</a:t>
            </a:fld>
            <a:endParaRPr dirty="0"/>
          </a:p>
        </p:txBody>
      </p:sp>
    </p:spTree>
    <p:extLst>
      <p:ext uri="{BB962C8B-B14F-4D97-AF65-F5344CB8AC3E}">
        <p14:creationId xmlns:p14="http://schemas.microsoft.com/office/powerpoint/2010/main" val="8683081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61B0E40-8125-41F8-BB6C-139D8D531A4F}" type="datetimeFigureOut">
              <a:rPr lang="en-US"/>
              <a:t>3/23/2026</a:t>
            </a:fld>
            <a:endParaRPr dirty="0"/>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F105DB2-FD3E-441D-8B7E-7AE83ECE27B3}" type="slidenum">
              <a:rPr/>
              <a:t>‹#›</a:t>
            </a:fld>
            <a:endParaRPr dirty="0"/>
          </a:p>
        </p:txBody>
      </p:sp>
    </p:spTree>
    <p:extLst>
      <p:ext uri="{BB962C8B-B14F-4D97-AF65-F5344CB8AC3E}">
        <p14:creationId xmlns:p14="http://schemas.microsoft.com/office/powerpoint/2010/main" val="28947205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F105DB2-FD3E-441D-8B7E-7AE83ECE27B3}" type="slidenum">
              <a:rPr lang="en-US" smtClean="0"/>
              <a:t>1</a:t>
            </a:fld>
            <a:endParaRPr lang="en-US" dirty="0"/>
          </a:p>
        </p:txBody>
      </p:sp>
    </p:spTree>
    <p:extLst>
      <p:ext uri="{BB962C8B-B14F-4D97-AF65-F5344CB8AC3E}">
        <p14:creationId xmlns:p14="http://schemas.microsoft.com/office/powerpoint/2010/main" val="40852762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F105DB2-FD3E-441D-8B7E-7AE83ECE27B3}" type="slidenum">
              <a:rPr lang="en-US" smtClean="0"/>
              <a:t>3</a:t>
            </a:fld>
            <a:endParaRPr lang="en-US" dirty="0"/>
          </a:p>
        </p:txBody>
      </p:sp>
    </p:spTree>
    <p:extLst>
      <p:ext uri="{BB962C8B-B14F-4D97-AF65-F5344CB8AC3E}">
        <p14:creationId xmlns:p14="http://schemas.microsoft.com/office/powerpoint/2010/main" val="35464439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9EE090-5170-A7BF-E7A9-B2E3716C13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939C91-41F0-A3DC-27DE-A98CD401CAC5}"/>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96049B13-5CDD-34BF-6F1F-5EBADCA4831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EAA62D1-2058-F3B9-BB75-FCA77B45E107}"/>
              </a:ext>
            </a:extLst>
          </p:cNvPr>
          <p:cNvSpPr>
            <a:spLocks noGrp="1"/>
          </p:cNvSpPr>
          <p:nvPr>
            <p:ph type="sldNum" sz="quarter" idx="10"/>
          </p:nvPr>
        </p:nvSpPr>
        <p:spPr/>
        <p:txBody>
          <a:bodyPr/>
          <a:lstStyle/>
          <a:p>
            <a:fld id="{BF105DB2-FD3E-441D-8B7E-7AE83ECE27B3}" type="slidenum">
              <a:rPr lang="en-US" smtClean="0"/>
              <a:t>4</a:t>
            </a:fld>
            <a:endParaRPr lang="en-US" dirty="0"/>
          </a:p>
        </p:txBody>
      </p:sp>
    </p:spTree>
    <p:extLst>
      <p:ext uri="{BB962C8B-B14F-4D97-AF65-F5344CB8AC3E}">
        <p14:creationId xmlns:p14="http://schemas.microsoft.com/office/powerpoint/2010/main" val="14246881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1D2F0-CB3E-6ADF-AF85-3EE43BFF37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D3EDEF-F519-DCD8-D606-3C5B2851554E}"/>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FA73729-959F-5C09-5B5F-ECECD4EBF81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5855B42-1214-1285-4561-5096351C424F}"/>
              </a:ext>
            </a:extLst>
          </p:cNvPr>
          <p:cNvSpPr>
            <a:spLocks noGrp="1"/>
          </p:cNvSpPr>
          <p:nvPr>
            <p:ph type="sldNum" sz="quarter" idx="10"/>
          </p:nvPr>
        </p:nvSpPr>
        <p:spPr/>
        <p:txBody>
          <a:bodyPr/>
          <a:lstStyle/>
          <a:p>
            <a:fld id="{BF105DB2-FD3E-441D-8B7E-7AE83ECE27B3}" type="slidenum">
              <a:rPr lang="en-US" smtClean="0"/>
              <a:t>5</a:t>
            </a:fld>
            <a:endParaRPr lang="en-US" dirty="0"/>
          </a:p>
        </p:txBody>
      </p:sp>
    </p:spTree>
    <p:extLst>
      <p:ext uri="{BB962C8B-B14F-4D97-AF65-F5344CB8AC3E}">
        <p14:creationId xmlns:p14="http://schemas.microsoft.com/office/powerpoint/2010/main" val="33985341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A27B59-56C6-6A35-71A0-DBFA3124DD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8D15A3-3AEC-78A4-FE17-01C5E81AE3BB}"/>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1DACD83F-69EC-B584-CFFD-2EB7EADC36B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01EBA9B-8684-05D3-7057-45C88393A0AC}"/>
              </a:ext>
            </a:extLst>
          </p:cNvPr>
          <p:cNvSpPr>
            <a:spLocks noGrp="1"/>
          </p:cNvSpPr>
          <p:nvPr>
            <p:ph type="sldNum" sz="quarter" idx="10"/>
          </p:nvPr>
        </p:nvSpPr>
        <p:spPr/>
        <p:txBody>
          <a:bodyPr/>
          <a:lstStyle/>
          <a:p>
            <a:fld id="{BF105DB2-FD3E-441D-8B7E-7AE83ECE27B3}" type="slidenum">
              <a:rPr lang="en-US" smtClean="0"/>
              <a:t>6</a:t>
            </a:fld>
            <a:endParaRPr lang="en-US" dirty="0"/>
          </a:p>
        </p:txBody>
      </p:sp>
    </p:spTree>
    <p:extLst>
      <p:ext uri="{BB962C8B-B14F-4D97-AF65-F5344CB8AC3E}">
        <p14:creationId xmlns:p14="http://schemas.microsoft.com/office/powerpoint/2010/main" val="24927506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8BCEAC-3658-254C-71C7-B15E8E2881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5D6FFA-BABE-616B-93BD-0B35A74FE8A7}"/>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0A054BA-920E-CDDF-0AFE-5E66B3AF408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EEABF19-F715-1F84-6CC5-743517A71A31}"/>
              </a:ext>
            </a:extLst>
          </p:cNvPr>
          <p:cNvSpPr>
            <a:spLocks noGrp="1"/>
          </p:cNvSpPr>
          <p:nvPr>
            <p:ph type="sldNum" sz="quarter" idx="10"/>
          </p:nvPr>
        </p:nvSpPr>
        <p:spPr/>
        <p:txBody>
          <a:bodyPr/>
          <a:lstStyle/>
          <a:p>
            <a:fld id="{BF105DB2-FD3E-441D-8B7E-7AE83ECE27B3}" type="slidenum">
              <a:rPr lang="en-US" smtClean="0"/>
              <a:t>7</a:t>
            </a:fld>
            <a:endParaRPr lang="en-US" dirty="0"/>
          </a:p>
        </p:txBody>
      </p:sp>
    </p:spTree>
    <p:extLst>
      <p:ext uri="{BB962C8B-B14F-4D97-AF65-F5344CB8AC3E}">
        <p14:creationId xmlns:p14="http://schemas.microsoft.com/office/powerpoint/2010/main" val="2093157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B6BE16-6DF4-22EC-A053-4E27241862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B23EFC-637E-8CDA-9307-198F5F9C1097}"/>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D7E0F982-472C-3966-080A-285C1257CBB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B559D63-D6F3-F4A8-D5A8-81D0D05D7A7F}"/>
              </a:ext>
            </a:extLst>
          </p:cNvPr>
          <p:cNvSpPr>
            <a:spLocks noGrp="1"/>
          </p:cNvSpPr>
          <p:nvPr>
            <p:ph type="sldNum" sz="quarter" idx="10"/>
          </p:nvPr>
        </p:nvSpPr>
        <p:spPr/>
        <p:txBody>
          <a:bodyPr/>
          <a:lstStyle/>
          <a:p>
            <a:fld id="{BF105DB2-FD3E-441D-8B7E-7AE83ECE27B3}" type="slidenum">
              <a:rPr lang="en-US" smtClean="0"/>
              <a:t>9</a:t>
            </a:fld>
            <a:endParaRPr lang="en-US" dirty="0"/>
          </a:p>
        </p:txBody>
      </p:sp>
    </p:spTree>
    <p:extLst>
      <p:ext uri="{BB962C8B-B14F-4D97-AF65-F5344CB8AC3E}">
        <p14:creationId xmlns:p14="http://schemas.microsoft.com/office/powerpoint/2010/main" val="31461215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6275AF-B8A7-04AF-8ADD-0ABFD42DD3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773C9B-8F10-FBF7-6A8E-9ACEABEBC97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ACE1FACE-8DA0-AAB9-975F-053BF57E082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CA287CD-6C84-1EEC-2776-ABF675FF087B}"/>
              </a:ext>
            </a:extLst>
          </p:cNvPr>
          <p:cNvSpPr>
            <a:spLocks noGrp="1"/>
          </p:cNvSpPr>
          <p:nvPr>
            <p:ph type="sldNum" sz="quarter" idx="10"/>
          </p:nvPr>
        </p:nvSpPr>
        <p:spPr/>
        <p:txBody>
          <a:bodyPr/>
          <a:lstStyle/>
          <a:p>
            <a:fld id="{BF105DB2-FD3E-441D-8B7E-7AE83ECE27B3}" type="slidenum">
              <a:rPr lang="en-US" smtClean="0"/>
              <a:t>10</a:t>
            </a:fld>
            <a:endParaRPr lang="en-US" dirty="0"/>
          </a:p>
        </p:txBody>
      </p:sp>
    </p:spTree>
    <p:extLst>
      <p:ext uri="{BB962C8B-B14F-4D97-AF65-F5344CB8AC3E}">
        <p14:creationId xmlns:p14="http://schemas.microsoft.com/office/powerpoint/2010/main" val="11157790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97573C-B24A-30FA-8B83-E902370BDC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226DA3-62EF-185D-9E6F-EB0973A16A8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8F296AB6-8975-6D7F-5D20-8C669889520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3C7F5BB-E655-0A60-558C-DC7E1768D2A3}"/>
              </a:ext>
            </a:extLst>
          </p:cNvPr>
          <p:cNvSpPr>
            <a:spLocks noGrp="1"/>
          </p:cNvSpPr>
          <p:nvPr>
            <p:ph type="sldNum" sz="quarter" idx="10"/>
          </p:nvPr>
        </p:nvSpPr>
        <p:spPr/>
        <p:txBody>
          <a:bodyPr/>
          <a:lstStyle/>
          <a:p>
            <a:fld id="{BF105DB2-FD3E-441D-8B7E-7AE83ECE27B3}" type="slidenum">
              <a:rPr lang="en-US" smtClean="0"/>
              <a:t>11</a:t>
            </a:fld>
            <a:endParaRPr lang="en-US" dirty="0"/>
          </a:p>
        </p:txBody>
      </p:sp>
    </p:spTree>
    <p:extLst>
      <p:ext uri="{BB962C8B-B14F-4D97-AF65-F5344CB8AC3E}">
        <p14:creationId xmlns:p14="http://schemas.microsoft.com/office/powerpoint/2010/main" val="40316239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C08DA2-26E4-FCE5-7497-4E44DB905A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5940C6-874E-E38D-D61E-D22713766483}"/>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6391F233-70E0-AEEE-FE0F-B980DD04769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64E6AAA-91D7-1111-1EE9-DB0699D0AF20}"/>
              </a:ext>
            </a:extLst>
          </p:cNvPr>
          <p:cNvSpPr>
            <a:spLocks noGrp="1"/>
          </p:cNvSpPr>
          <p:nvPr>
            <p:ph type="sldNum" sz="quarter" idx="10"/>
          </p:nvPr>
        </p:nvSpPr>
        <p:spPr/>
        <p:txBody>
          <a:bodyPr/>
          <a:lstStyle/>
          <a:p>
            <a:fld id="{BF105DB2-FD3E-441D-8B7E-7AE83ECE27B3}" type="slidenum">
              <a:rPr lang="en-US" smtClean="0"/>
              <a:t>12</a:t>
            </a:fld>
            <a:endParaRPr lang="en-US" dirty="0"/>
          </a:p>
        </p:txBody>
      </p:sp>
    </p:spTree>
    <p:extLst>
      <p:ext uri="{BB962C8B-B14F-4D97-AF65-F5344CB8AC3E}">
        <p14:creationId xmlns:p14="http://schemas.microsoft.com/office/powerpoint/2010/main" val="8630274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6ED1C1-D077-87CB-6AF7-7043821ACD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19CCEE-4505-5CCD-3952-2B34B4C8889E}"/>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849512B9-04EF-908A-0EDC-75F27A30B38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999075C-0EB2-A9F9-70AE-99F167A0A34B}"/>
              </a:ext>
            </a:extLst>
          </p:cNvPr>
          <p:cNvSpPr>
            <a:spLocks noGrp="1"/>
          </p:cNvSpPr>
          <p:nvPr>
            <p:ph type="sldNum" sz="quarter" idx="10"/>
          </p:nvPr>
        </p:nvSpPr>
        <p:spPr/>
        <p:txBody>
          <a:bodyPr/>
          <a:lstStyle/>
          <a:p>
            <a:fld id="{BF105DB2-FD3E-441D-8B7E-7AE83ECE27B3}" type="slidenum">
              <a:rPr lang="en-US" smtClean="0"/>
              <a:t>13</a:t>
            </a:fld>
            <a:endParaRPr lang="en-US" dirty="0"/>
          </a:p>
        </p:txBody>
      </p:sp>
    </p:spTree>
    <p:extLst>
      <p:ext uri="{BB962C8B-B14F-4D97-AF65-F5344CB8AC3E}">
        <p14:creationId xmlns:p14="http://schemas.microsoft.com/office/powerpoint/2010/main" val="33289101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4BF62B-B161-4DEA-93C0-2980D412D4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312B90-ECE3-C981-45A6-3392913427F4}"/>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E21082EC-0D91-4789-21EF-A3213FFE6DB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E0A3078-1DBC-70EB-83F1-721F929DF043}"/>
              </a:ext>
            </a:extLst>
          </p:cNvPr>
          <p:cNvSpPr>
            <a:spLocks noGrp="1"/>
          </p:cNvSpPr>
          <p:nvPr>
            <p:ph type="sldNum" sz="quarter" idx="10"/>
          </p:nvPr>
        </p:nvSpPr>
        <p:spPr/>
        <p:txBody>
          <a:bodyPr/>
          <a:lstStyle/>
          <a:p>
            <a:fld id="{BF105DB2-FD3E-441D-8B7E-7AE83ECE27B3}" type="slidenum">
              <a:rPr lang="en-US" smtClean="0"/>
              <a:t>14</a:t>
            </a:fld>
            <a:endParaRPr lang="en-US" dirty="0"/>
          </a:p>
        </p:txBody>
      </p:sp>
    </p:spTree>
    <p:extLst>
      <p:ext uri="{BB962C8B-B14F-4D97-AF65-F5344CB8AC3E}">
        <p14:creationId xmlns:p14="http://schemas.microsoft.com/office/powerpoint/2010/main" val="28215692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F105DB2-FD3E-441D-8B7E-7AE83ECE27B3}" type="slidenum">
              <a:rPr lang="en-US" smtClean="0"/>
              <a:t>15</a:t>
            </a:fld>
            <a:endParaRPr lang="en-US" dirty="0"/>
          </a:p>
        </p:txBody>
      </p:sp>
    </p:spTree>
    <p:extLst>
      <p:ext uri="{BB962C8B-B14F-4D97-AF65-F5344CB8AC3E}">
        <p14:creationId xmlns:p14="http://schemas.microsoft.com/office/powerpoint/2010/main" val="19658745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B3D497-A7DA-A12C-7172-D1D2E4D54D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D2E245-2C17-A585-EAB8-1FDFF4AB571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9BCC8BD0-03E0-750B-58FA-4CBD282E3F3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1EBDFA3-0899-EDF5-A4DF-823BDFE13258}"/>
              </a:ext>
            </a:extLst>
          </p:cNvPr>
          <p:cNvSpPr>
            <a:spLocks noGrp="1"/>
          </p:cNvSpPr>
          <p:nvPr>
            <p:ph type="sldNum" sz="quarter" idx="10"/>
          </p:nvPr>
        </p:nvSpPr>
        <p:spPr/>
        <p:txBody>
          <a:bodyPr/>
          <a:lstStyle/>
          <a:p>
            <a:fld id="{BF105DB2-FD3E-441D-8B7E-7AE83ECE27B3}" type="slidenum">
              <a:rPr lang="en-US" smtClean="0"/>
              <a:t>16</a:t>
            </a:fld>
            <a:endParaRPr lang="en-US" dirty="0"/>
          </a:p>
        </p:txBody>
      </p:sp>
    </p:spTree>
    <p:extLst>
      <p:ext uri="{BB962C8B-B14F-4D97-AF65-F5344CB8AC3E}">
        <p14:creationId xmlns:p14="http://schemas.microsoft.com/office/powerpoint/2010/main" val="23474808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63382-B4BA-1B4A-D369-C33C919782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5CA3DB-6662-715B-2FDD-3B77B5618ADC}"/>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C449ADB4-3BBF-1B29-ACF1-0ABB6039C41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607D1CD-56D3-D49A-6C41-0BB3804A0944}"/>
              </a:ext>
            </a:extLst>
          </p:cNvPr>
          <p:cNvSpPr>
            <a:spLocks noGrp="1"/>
          </p:cNvSpPr>
          <p:nvPr>
            <p:ph type="sldNum" sz="quarter" idx="10"/>
          </p:nvPr>
        </p:nvSpPr>
        <p:spPr/>
        <p:txBody>
          <a:bodyPr/>
          <a:lstStyle/>
          <a:p>
            <a:fld id="{BF105DB2-FD3E-441D-8B7E-7AE83ECE27B3}" type="slidenum">
              <a:rPr lang="en-US" smtClean="0"/>
              <a:t>17</a:t>
            </a:fld>
            <a:endParaRPr lang="en-US" dirty="0"/>
          </a:p>
        </p:txBody>
      </p:sp>
    </p:spTree>
    <p:extLst>
      <p:ext uri="{BB962C8B-B14F-4D97-AF65-F5344CB8AC3E}">
        <p14:creationId xmlns:p14="http://schemas.microsoft.com/office/powerpoint/2010/main" val="33583183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2B3239-F3DF-C48C-EE5F-D907183B83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9D14BF-AB87-5B64-7998-7F55CFDC0C3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0AEF8986-8590-E3CD-1DDE-341C816CB18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47D3014-FE6B-7320-BDF7-B294744BB0F8}"/>
              </a:ext>
            </a:extLst>
          </p:cNvPr>
          <p:cNvSpPr>
            <a:spLocks noGrp="1"/>
          </p:cNvSpPr>
          <p:nvPr>
            <p:ph type="sldNum" sz="quarter" idx="10"/>
          </p:nvPr>
        </p:nvSpPr>
        <p:spPr/>
        <p:txBody>
          <a:bodyPr/>
          <a:lstStyle/>
          <a:p>
            <a:fld id="{BF105DB2-FD3E-441D-8B7E-7AE83ECE27B3}" type="slidenum">
              <a:rPr lang="en-US" smtClean="0"/>
              <a:t>18</a:t>
            </a:fld>
            <a:endParaRPr lang="en-US" dirty="0"/>
          </a:p>
        </p:txBody>
      </p:sp>
    </p:spTree>
    <p:extLst>
      <p:ext uri="{BB962C8B-B14F-4D97-AF65-F5344CB8AC3E}">
        <p14:creationId xmlns:p14="http://schemas.microsoft.com/office/powerpoint/2010/main" val="31066676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20A1BF-6AF0-A7E7-193B-DF8BCE4474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62C759-096A-FEC5-CFA4-4EE697EA34D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83F3303D-7340-9E6D-5E6D-11B72495B5C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8922E33-FF3F-C294-8E5F-B8A43AAF0590}"/>
              </a:ext>
            </a:extLst>
          </p:cNvPr>
          <p:cNvSpPr>
            <a:spLocks noGrp="1"/>
          </p:cNvSpPr>
          <p:nvPr>
            <p:ph type="sldNum" sz="quarter" idx="10"/>
          </p:nvPr>
        </p:nvSpPr>
        <p:spPr/>
        <p:txBody>
          <a:bodyPr/>
          <a:lstStyle/>
          <a:p>
            <a:fld id="{BF105DB2-FD3E-441D-8B7E-7AE83ECE27B3}" type="slidenum">
              <a:rPr lang="en-US" smtClean="0"/>
              <a:t>19</a:t>
            </a:fld>
            <a:endParaRPr lang="en-US" dirty="0"/>
          </a:p>
        </p:txBody>
      </p:sp>
    </p:spTree>
    <p:extLst>
      <p:ext uri="{BB962C8B-B14F-4D97-AF65-F5344CB8AC3E}">
        <p14:creationId xmlns:p14="http://schemas.microsoft.com/office/powerpoint/2010/main" val="3162596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6" name="title block"/>
          <p:cNvSpPr/>
          <p:nvPr/>
        </p:nvSpPr>
        <p:spPr bwMode="invGray">
          <a:xfrm>
            <a:off x="1141413" y="1600200"/>
            <a:ext cx="11047412" cy="32766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7" name="top graphic"/>
          <p:cNvGrpSpPr/>
          <p:nvPr/>
        </p:nvGrpSpPr>
        <p:grpSpPr>
          <a:xfrm>
            <a:off x="1279" y="0"/>
            <a:ext cx="12188952" cy="429768"/>
            <a:chOff x="1279" y="0"/>
            <a:chExt cx="12188952" cy="429768"/>
          </a:xfrm>
        </p:grpSpPr>
        <p:sp>
          <p:nvSpPr>
            <p:cNvPr id="8" name="Rectangle 7"/>
            <p:cNvSpPr/>
            <p:nvPr/>
          </p:nvSpPr>
          <p:spPr>
            <a:xfrm>
              <a:off x="1279" y="0"/>
              <a:ext cx="12188952" cy="2286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9" name="Rectangle 8"/>
            <p:cNvSpPr/>
            <p:nvPr/>
          </p:nvSpPr>
          <p:spPr>
            <a:xfrm>
              <a:off x="1279" y="228600"/>
              <a:ext cx="12188952" cy="20116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10" name="Rectangle 9"/>
            <p:cNvSpPr/>
            <p:nvPr/>
          </p:nvSpPr>
          <p:spPr>
            <a:xfrm>
              <a:off x="1279" y="306324"/>
              <a:ext cx="12188952" cy="457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grpSp>
        <p:nvGrpSpPr>
          <p:cNvPr id="23" name="bottom graphic"/>
          <p:cNvGrpSpPr/>
          <p:nvPr/>
        </p:nvGrpSpPr>
        <p:grpSpPr>
          <a:xfrm>
            <a:off x="0" y="6080760"/>
            <a:ext cx="12190231" cy="777240"/>
            <a:chOff x="0" y="6080760"/>
            <a:chExt cx="12190231" cy="777240"/>
          </a:xfrm>
        </p:grpSpPr>
        <p:sp>
          <p:nvSpPr>
            <p:cNvPr id="13" name="Rectangle 12"/>
            <p:cNvSpPr/>
            <p:nvPr/>
          </p:nvSpPr>
          <p:spPr>
            <a:xfrm>
              <a:off x="0" y="6217920"/>
              <a:ext cx="12188825" cy="64008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dirty="0"/>
            </a:p>
          </p:txBody>
        </p:sp>
        <p:sp>
          <p:nvSpPr>
            <p:cNvPr id="14" name="Rectangle 13"/>
            <p:cNvSpPr/>
            <p:nvPr/>
          </p:nvSpPr>
          <p:spPr>
            <a:xfrm>
              <a:off x="1279" y="6080760"/>
              <a:ext cx="12188952" cy="9721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15" name="Rectangle 14"/>
            <p:cNvSpPr/>
            <p:nvPr/>
          </p:nvSpPr>
          <p:spPr>
            <a:xfrm>
              <a:off x="1279" y="6172200"/>
              <a:ext cx="12188952" cy="274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sp>
        <p:nvSpPr>
          <p:cNvPr id="2" name="Title 1"/>
          <p:cNvSpPr>
            <a:spLocks noGrp="1"/>
          </p:cNvSpPr>
          <p:nvPr>
            <p:ph type="ctrTitle"/>
          </p:nvPr>
        </p:nvSpPr>
        <p:spPr bwMode="invGray">
          <a:xfrm>
            <a:off x="1522414" y="1905000"/>
            <a:ext cx="9143998" cy="2667000"/>
          </a:xfrm>
        </p:spPr>
        <p:txBody>
          <a:bodyPr anchor="b">
            <a:normAutofit/>
          </a:bodyPr>
          <a:lstStyle>
            <a:lvl1pPr>
              <a:lnSpc>
                <a:spcPct val="80000"/>
              </a:lnSpc>
              <a:defRPr sz="6600">
                <a:solidFill>
                  <a:schemeClr val="bg1"/>
                </a:solidFill>
                <a:effectLst>
                  <a:outerShdw blurRad="88900" algn="ctr" rotWithShape="0">
                    <a:prstClr val="black">
                      <a:alpha val="35000"/>
                    </a:prstClr>
                  </a:outerShdw>
                </a:effectLst>
              </a:defRPr>
            </a:lvl1pPr>
          </a:lstStyle>
          <a:p>
            <a:r>
              <a:rPr lang="en-US"/>
              <a:t>Click to edit Master title style</a:t>
            </a:r>
            <a:endParaRPr dirty="0"/>
          </a:p>
        </p:txBody>
      </p:sp>
      <p:sp>
        <p:nvSpPr>
          <p:cNvPr id="3" name="Subtitle 2"/>
          <p:cNvSpPr>
            <a:spLocks noGrp="1"/>
          </p:cNvSpPr>
          <p:nvPr>
            <p:ph type="subTitle" idx="1"/>
          </p:nvPr>
        </p:nvSpPr>
        <p:spPr>
          <a:xfrm>
            <a:off x="1522413" y="5029200"/>
            <a:ext cx="8229598" cy="838200"/>
          </a:xfrm>
        </p:spPr>
        <p:txBody>
          <a:bodyPr/>
          <a:lstStyle>
            <a:lvl1pPr marL="0" indent="0" algn="l">
              <a:lnSpc>
                <a:spcPct val="90000"/>
              </a:lnSpc>
              <a:spcBef>
                <a:spcPts val="0"/>
              </a:spcBef>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21" name="Footer Placeholder 20"/>
          <p:cNvSpPr>
            <a:spLocks noGrp="1"/>
          </p:cNvSpPr>
          <p:nvPr>
            <p:ph type="ftr" sz="quarter" idx="11"/>
          </p:nvPr>
        </p:nvSpPr>
        <p:spPr/>
        <p:txBody>
          <a:bodyPr/>
          <a:lstStyle/>
          <a:p>
            <a:r>
              <a:rPr lang="en-US" dirty="0"/>
              <a:t>Add a footer</a:t>
            </a:r>
          </a:p>
        </p:txBody>
      </p:sp>
      <p:sp>
        <p:nvSpPr>
          <p:cNvPr id="20" name="Date Placeholder 19"/>
          <p:cNvSpPr>
            <a:spLocks noGrp="1"/>
          </p:cNvSpPr>
          <p:nvPr>
            <p:ph type="dt" sz="half" idx="10"/>
          </p:nvPr>
        </p:nvSpPr>
        <p:spPr/>
        <p:txBody>
          <a:bodyPr/>
          <a:lstStyle/>
          <a:p>
            <a:fld id="{333B76B7-5811-4114-8A95-998148FFD529}" type="datetime1">
              <a:rPr lang="en-US" smtClean="0"/>
              <a:t>3/23/2026</a:t>
            </a:fld>
            <a:endParaRPr lang="en-US" dirty="0"/>
          </a:p>
        </p:txBody>
      </p:sp>
      <p:sp>
        <p:nvSpPr>
          <p:cNvPr id="22" name="Slide Number Placeholder 21"/>
          <p:cNvSpPr>
            <a:spLocks noGrp="1"/>
          </p:cNvSpPr>
          <p:nvPr>
            <p:ph type="sldNum" sz="quarter" idx="12"/>
          </p:nvPr>
        </p:nvSpPr>
        <p:spPr/>
        <p:txBody>
          <a:bodyPr/>
          <a:lstStyle/>
          <a:p>
            <a:fld id="{DF28FB93-0A08-4E7D-8E63-9EFA29F1E093}" type="slidenum">
              <a:rPr lang="en-US" smtClean="0"/>
              <a:pPr/>
              <a:t>‹#›</a:t>
            </a:fld>
            <a:endParaRPr lang="en-US" dirty="0"/>
          </a:p>
        </p:txBody>
      </p:sp>
    </p:spTree>
    <p:extLst>
      <p:ext uri="{BB962C8B-B14F-4D97-AF65-F5344CB8AC3E}">
        <p14:creationId xmlns:p14="http://schemas.microsoft.com/office/powerpoint/2010/main" val="40881699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l">
              <a:defRPr sz="3200"/>
            </a:lvl1p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FC2180A9-7A83-412D-A8AC-5AF60A8AA507}" type="datetime1">
              <a:rPr lang="en-US" smtClean="0"/>
              <a:t>3/23/2026</a:t>
            </a:fld>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smtClean="0"/>
              <a:pPr/>
              <a:t>‹#›</a:t>
            </a:fld>
            <a:endParaRPr lang="en-US" dirty="0"/>
          </a:p>
        </p:txBody>
      </p:sp>
    </p:spTree>
    <p:extLst>
      <p:ext uri="{BB962C8B-B14F-4D97-AF65-F5344CB8AC3E}">
        <p14:creationId xmlns:p14="http://schemas.microsoft.com/office/powerpoint/2010/main" val="8945911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22413" y="1905000"/>
            <a:ext cx="9144000" cy="2667000"/>
          </a:xfrm>
        </p:spPr>
        <p:txBody>
          <a:bodyPr anchor="b">
            <a:normAutofit/>
          </a:bodyPr>
          <a:lstStyle>
            <a:lvl1pPr algn="l">
              <a:defRPr sz="5400" b="0" cap="none" baseline="0"/>
            </a:lvl1pPr>
          </a:lstStyle>
          <a:p>
            <a:r>
              <a:rPr lang="en-US"/>
              <a:t>Click to edit Master title style</a:t>
            </a:r>
            <a:endParaRPr/>
          </a:p>
        </p:txBody>
      </p:sp>
      <p:sp>
        <p:nvSpPr>
          <p:cNvPr id="3" name="Text Placeholder 2"/>
          <p:cNvSpPr>
            <a:spLocks noGrp="1"/>
          </p:cNvSpPr>
          <p:nvPr>
            <p:ph type="body" idx="1"/>
          </p:nvPr>
        </p:nvSpPr>
        <p:spPr>
          <a:xfrm>
            <a:off x="1522413" y="4876800"/>
            <a:ext cx="8229598" cy="1143000"/>
          </a:xfrm>
        </p:spPr>
        <p:txBody>
          <a:bodyPr anchor="t">
            <a:normAutofit/>
          </a:bodyPr>
          <a:lstStyle>
            <a:lvl1pPr marL="0" indent="0">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lvl1pPr>
              <a:defRPr>
                <a:solidFill>
                  <a:schemeClr val="tx1"/>
                </a:solidFill>
              </a:defRPr>
            </a:lvl1pPr>
          </a:lstStyle>
          <a:p>
            <a:r>
              <a:rPr lang="en-US" dirty="0"/>
              <a:t>Add a footer</a:t>
            </a:r>
          </a:p>
        </p:txBody>
      </p:sp>
      <p:sp>
        <p:nvSpPr>
          <p:cNvPr id="4" name="Date Placeholder 3"/>
          <p:cNvSpPr>
            <a:spLocks noGrp="1"/>
          </p:cNvSpPr>
          <p:nvPr>
            <p:ph type="dt" sz="half" idx="10"/>
          </p:nvPr>
        </p:nvSpPr>
        <p:spPr/>
        <p:txBody>
          <a:bodyPr/>
          <a:lstStyle>
            <a:lvl1pPr>
              <a:defRPr>
                <a:solidFill>
                  <a:schemeClr val="tx1"/>
                </a:solidFill>
              </a:defRPr>
            </a:lvl1pPr>
          </a:lstStyle>
          <a:p>
            <a:fld id="{6A563DF0-FDDF-4143-9D8C-6AF41892E174}" type="datetime1">
              <a:rPr lang="en-US" smtClean="0"/>
              <a:t>3/23/2026</a:t>
            </a:fld>
            <a:endParaRPr lang="en-US" dirty="0"/>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DF28FB93-0A08-4E7D-8E63-9EFA29F1E093}" type="slidenum">
              <a:rPr lang="en-US" smtClean="0"/>
              <a:pPr/>
              <a:t>‹#›</a:t>
            </a:fld>
            <a:endParaRPr lang="en-US" dirty="0"/>
          </a:p>
        </p:txBody>
      </p:sp>
    </p:spTree>
    <p:extLst>
      <p:ext uri="{BB962C8B-B14F-4D97-AF65-F5344CB8AC3E}">
        <p14:creationId xmlns:p14="http://schemas.microsoft.com/office/powerpoint/2010/main" val="34841060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522413" y="1904999"/>
            <a:ext cx="4435564" cy="4088921"/>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230849" y="1904999"/>
            <a:ext cx="4435564" cy="4088921"/>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baseline="0"/>
            </a:lvl8pPr>
            <a:lvl9pPr>
              <a:defRPr sz="16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38BB83F9-4677-4C31-8407-7919061A580B}" type="datetime1">
              <a:rPr lang="en-US" smtClean="0"/>
              <a:t>3/23/2026</a:t>
            </a:fld>
            <a:endParaRPr lang="en-US" dirty="0"/>
          </a:p>
        </p:txBody>
      </p:sp>
      <p:sp>
        <p:nvSpPr>
          <p:cNvPr id="7" name="Slide Number Placeholder 6"/>
          <p:cNvSpPr>
            <a:spLocks noGrp="1"/>
          </p:cNvSpPr>
          <p:nvPr>
            <p:ph type="sldNum" sz="quarter" idx="12"/>
          </p:nvPr>
        </p:nvSpPr>
        <p:spPr/>
        <p:txBody>
          <a:bodyPr/>
          <a:lstStyle/>
          <a:p>
            <a:fld id="{DF28FB93-0A08-4E7D-8E63-9EFA29F1E093}" type="slidenum">
              <a:rPr lang="en-US" smtClean="0"/>
              <a:pPr/>
              <a:t>‹#›</a:t>
            </a:fld>
            <a:endParaRPr lang="en-US" dirty="0"/>
          </a:p>
        </p:txBody>
      </p:sp>
    </p:spTree>
    <p:extLst>
      <p:ext uri="{BB962C8B-B14F-4D97-AF65-F5344CB8AC3E}">
        <p14:creationId xmlns:p14="http://schemas.microsoft.com/office/powerpoint/2010/main" val="15122592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1522413" y="1828800"/>
            <a:ext cx="4419599" cy="685801"/>
          </a:xfrm>
        </p:spPr>
        <p:txBody>
          <a:bodyPr anchor="ctr">
            <a:norm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22413" y="2590801"/>
            <a:ext cx="4419599" cy="34290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246814" y="1828800"/>
            <a:ext cx="4419599" cy="685801"/>
          </a:xfrm>
        </p:spPr>
        <p:txBody>
          <a:bodyPr anchor="ctr">
            <a:norm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46814" y="2590801"/>
            <a:ext cx="4419599" cy="34290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Footer Placeholder 7"/>
          <p:cNvSpPr>
            <a:spLocks noGrp="1"/>
          </p:cNvSpPr>
          <p:nvPr>
            <p:ph type="ftr" sz="quarter" idx="11"/>
          </p:nvPr>
        </p:nvSpPr>
        <p:spPr/>
        <p:txBody>
          <a:bodyPr/>
          <a:lstStyle/>
          <a:p>
            <a:r>
              <a:rPr lang="en-US" dirty="0"/>
              <a:t>Add a footer</a:t>
            </a:r>
          </a:p>
        </p:txBody>
      </p:sp>
      <p:sp>
        <p:nvSpPr>
          <p:cNvPr id="7" name="Date Placeholder 6"/>
          <p:cNvSpPr>
            <a:spLocks noGrp="1"/>
          </p:cNvSpPr>
          <p:nvPr>
            <p:ph type="dt" sz="half" idx="10"/>
          </p:nvPr>
        </p:nvSpPr>
        <p:spPr/>
        <p:txBody>
          <a:bodyPr/>
          <a:lstStyle/>
          <a:p>
            <a:fld id="{C33939A6-3450-434F-A872-BEE63F7EB093}" type="datetime1">
              <a:rPr lang="en-US" smtClean="0"/>
              <a:t>3/23/2026</a:t>
            </a:fld>
            <a:endParaRPr lang="en-US" dirty="0"/>
          </a:p>
        </p:txBody>
      </p:sp>
      <p:sp>
        <p:nvSpPr>
          <p:cNvPr id="9" name="Slide Number Placeholder 8"/>
          <p:cNvSpPr>
            <a:spLocks noGrp="1"/>
          </p:cNvSpPr>
          <p:nvPr>
            <p:ph type="sldNum" sz="quarter" idx="12"/>
          </p:nvPr>
        </p:nvSpPr>
        <p:spPr/>
        <p:txBody>
          <a:bodyPr/>
          <a:lstStyle/>
          <a:p>
            <a:fld id="{DF28FB93-0A08-4E7D-8E63-9EFA29F1E093}" type="slidenum">
              <a:rPr lang="en-US" smtClean="0"/>
              <a:pPr/>
              <a:t>‹#›</a:t>
            </a:fld>
            <a:endParaRPr lang="en-US" dirty="0"/>
          </a:p>
        </p:txBody>
      </p:sp>
    </p:spTree>
    <p:extLst>
      <p:ext uri="{BB962C8B-B14F-4D97-AF65-F5344CB8AC3E}">
        <p14:creationId xmlns:p14="http://schemas.microsoft.com/office/powerpoint/2010/main" val="597700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4" name="Footer Placeholder 3"/>
          <p:cNvSpPr>
            <a:spLocks noGrp="1"/>
          </p:cNvSpPr>
          <p:nvPr>
            <p:ph type="ftr" sz="quarter" idx="11"/>
          </p:nvPr>
        </p:nvSpPr>
        <p:spPr/>
        <p:txBody>
          <a:bodyPr/>
          <a:lstStyle/>
          <a:p>
            <a:r>
              <a:rPr lang="en-US" dirty="0"/>
              <a:t>Add a footer</a:t>
            </a:r>
          </a:p>
        </p:txBody>
      </p:sp>
      <p:sp>
        <p:nvSpPr>
          <p:cNvPr id="3" name="Date Placeholder 2"/>
          <p:cNvSpPr>
            <a:spLocks noGrp="1"/>
          </p:cNvSpPr>
          <p:nvPr>
            <p:ph type="dt" sz="half" idx="10"/>
          </p:nvPr>
        </p:nvSpPr>
        <p:spPr/>
        <p:txBody>
          <a:bodyPr/>
          <a:lstStyle/>
          <a:p>
            <a:fld id="{E3BABB1C-FA00-4171-BA31-4C5E719472F3}" type="datetime1">
              <a:rPr lang="en-US" smtClean="0"/>
              <a:t>3/23/2026</a:t>
            </a:fld>
            <a:endParaRPr lang="en-US" dirty="0"/>
          </a:p>
        </p:txBody>
      </p:sp>
      <p:sp>
        <p:nvSpPr>
          <p:cNvPr id="5" name="Slide Number Placeholder 4"/>
          <p:cNvSpPr>
            <a:spLocks noGrp="1"/>
          </p:cNvSpPr>
          <p:nvPr>
            <p:ph type="sldNum" sz="quarter" idx="12"/>
          </p:nvPr>
        </p:nvSpPr>
        <p:spPr/>
        <p:txBody>
          <a:bodyPr/>
          <a:lstStyle/>
          <a:p>
            <a:fld id="{DF28FB93-0A08-4E7D-8E63-9EFA29F1E093}" type="slidenum">
              <a:rPr lang="en-US" smtClean="0"/>
              <a:pPr/>
              <a:t>‹#›</a:t>
            </a:fld>
            <a:endParaRPr lang="en-US" dirty="0"/>
          </a:p>
        </p:txBody>
      </p:sp>
    </p:spTree>
    <p:extLst>
      <p:ext uri="{BB962C8B-B14F-4D97-AF65-F5344CB8AC3E}">
        <p14:creationId xmlns:p14="http://schemas.microsoft.com/office/powerpoint/2010/main" val="9813163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grpSp>
        <p:nvGrpSpPr>
          <p:cNvPr id="6" name="bottom graphic"/>
          <p:cNvGrpSpPr/>
          <p:nvPr userDrawn="1"/>
        </p:nvGrpSpPr>
        <p:grpSpPr>
          <a:xfrm>
            <a:off x="0" y="6309360"/>
            <a:ext cx="12190231" cy="548640"/>
            <a:chOff x="0" y="6309360"/>
            <a:chExt cx="12190231" cy="548640"/>
          </a:xfrm>
        </p:grpSpPr>
        <p:sp>
          <p:nvSpPr>
            <p:cNvPr id="7" name="Rectangle 6"/>
            <p:cNvSpPr/>
            <p:nvPr/>
          </p:nvSpPr>
          <p:spPr>
            <a:xfrm>
              <a:off x="0" y="6400800"/>
              <a:ext cx="12188825" cy="4572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dirty="0"/>
            </a:p>
          </p:txBody>
        </p:sp>
        <p:sp>
          <p:nvSpPr>
            <p:cNvPr id="8" name="Rectangle 7"/>
            <p:cNvSpPr/>
            <p:nvPr/>
          </p:nvSpPr>
          <p:spPr>
            <a:xfrm>
              <a:off x="1279" y="6309360"/>
              <a:ext cx="12188952" cy="9721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9" name="Rectangle 8"/>
            <p:cNvSpPr/>
            <p:nvPr/>
          </p:nvSpPr>
          <p:spPr>
            <a:xfrm>
              <a:off x="1279" y="6379143"/>
              <a:ext cx="12188952" cy="274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sp>
        <p:nvSpPr>
          <p:cNvPr id="3" name="Footer Placeholder 2"/>
          <p:cNvSpPr>
            <a:spLocks noGrp="1"/>
          </p:cNvSpPr>
          <p:nvPr>
            <p:ph type="ftr" sz="quarter" idx="11"/>
          </p:nvPr>
        </p:nvSpPr>
        <p:spPr/>
        <p:txBody>
          <a:bodyPr/>
          <a:lstStyle/>
          <a:p>
            <a:r>
              <a:rPr lang="en-US" dirty="0"/>
              <a:t>Add a footer</a:t>
            </a:r>
          </a:p>
        </p:txBody>
      </p:sp>
      <p:sp>
        <p:nvSpPr>
          <p:cNvPr id="2" name="Date Placeholder 1"/>
          <p:cNvSpPr>
            <a:spLocks noGrp="1"/>
          </p:cNvSpPr>
          <p:nvPr>
            <p:ph type="dt" sz="half" idx="10"/>
          </p:nvPr>
        </p:nvSpPr>
        <p:spPr/>
        <p:txBody>
          <a:bodyPr/>
          <a:lstStyle/>
          <a:p>
            <a:fld id="{D76C8610-5B57-4C6B-BF9F-F5397A1F60B8}" type="datetime1">
              <a:rPr lang="en-US" smtClean="0"/>
              <a:t>3/23/2026</a:t>
            </a:fld>
            <a:endParaRPr lang="en-US" dirty="0"/>
          </a:p>
        </p:txBody>
      </p:sp>
      <p:sp>
        <p:nvSpPr>
          <p:cNvPr id="4" name="Slide Number Placeholder 3"/>
          <p:cNvSpPr>
            <a:spLocks noGrp="1"/>
          </p:cNvSpPr>
          <p:nvPr>
            <p:ph type="sldNum" sz="quarter" idx="12"/>
          </p:nvPr>
        </p:nvSpPr>
        <p:spPr/>
        <p:txBody>
          <a:bodyPr/>
          <a:lstStyle/>
          <a:p>
            <a:fld id="{DF28FB93-0A08-4E7D-8E63-9EFA29F1E093}" type="slidenum">
              <a:rPr lang="en-US" smtClean="0"/>
              <a:pPr/>
              <a:t>‹#›</a:t>
            </a:fld>
            <a:endParaRPr lang="en-US" dirty="0"/>
          </a:p>
        </p:txBody>
      </p:sp>
    </p:spTree>
    <p:extLst>
      <p:ext uri="{BB962C8B-B14F-4D97-AF65-F5344CB8AC3E}">
        <p14:creationId xmlns:p14="http://schemas.microsoft.com/office/powerpoint/2010/main" val="40300353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frame"/>
          <p:cNvSpPr/>
          <p:nvPr/>
        </p:nvSpPr>
        <p:spPr>
          <a:xfrm>
            <a:off x="1217610" y="1019175"/>
            <a:ext cx="6126480" cy="4572000"/>
          </a:xfrm>
          <a:prstGeom prst="rect">
            <a:avLst/>
          </a:prstGeom>
          <a:noFill/>
          <a:ln w="101600">
            <a:solidFill>
              <a:schemeClr val="accent1">
                <a:lumMod val="5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title"/>
          </p:nvPr>
        </p:nvSpPr>
        <p:spPr>
          <a:xfrm>
            <a:off x="7923214" y="1371600"/>
            <a:ext cx="3124200" cy="2057400"/>
          </a:xfrm>
        </p:spPr>
        <p:txBody>
          <a:bodyPr anchor="b">
            <a:normAutofit/>
          </a:bodyPr>
          <a:lstStyle>
            <a:lvl1pPr algn="l">
              <a:defRPr sz="3200" b="1"/>
            </a:lvl1pPr>
          </a:lstStyle>
          <a:p>
            <a:r>
              <a:rPr lang="en-US"/>
              <a:t>Click to edit Master title style</a:t>
            </a:r>
            <a:endParaRPr/>
          </a:p>
        </p:txBody>
      </p:sp>
      <p:sp>
        <p:nvSpPr>
          <p:cNvPr id="3" name="Content Placeholder 2"/>
          <p:cNvSpPr>
            <a:spLocks noGrp="1"/>
          </p:cNvSpPr>
          <p:nvPr>
            <p:ph idx="1"/>
          </p:nvPr>
        </p:nvSpPr>
        <p:spPr>
          <a:xfrm>
            <a:off x="1491930" y="1293495"/>
            <a:ext cx="5577840" cy="402336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7923214" y="3536829"/>
            <a:ext cx="3124200" cy="1797169"/>
          </a:xfrm>
        </p:spPr>
        <p:txBody>
          <a:bodyPr>
            <a:normAutofit/>
          </a:bodyPr>
          <a:lstStyle>
            <a:lvl1pPr marL="0" indent="0">
              <a:spcBef>
                <a:spcPts val="8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BADBF3DD-8B6D-46AA-BCA9-242D4EF63DDF}" type="datetime1">
              <a:rPr lang="en-US" smtClean="0"/>
              <a:t>3/23/2026</a:t>
            </a:fld>
            <a:endParaRPr lang="en-US" dirty="0"/>
          </a:p>
        </p:txBody>
      </p:sp>
      <p:sp>
        <p:nvSpPr>
          <p:cNvPr id="7" name="Slide Number Placeholder 6"/>
          <p:cNvSpPr>
            <a:spLocks noGrp="1"/>
          </p:cNvSpPr>
          <p:nvPr>
            <p:ph type="sldNum" sz="quarter" idx="12"/>
          </p:nvPr>
        </p:nvSpPr>
        <p:spPr/>
        <p:txBody>
          <a:bodyPr/>
          <a:lstStyle/>
          <a:p>
            <a:fld id="{DF28FB93-0A08-4E7D-8E63-9EFA29F1E093}" type="slidenum">
              <a:rPr lang="en-US" smtClean="0"/>
              <a:pPr/>
              <a:t>‹#›</a:t>
            </a:fld>
            <a:endParaRPr lang="en-US" dirty="0"/>
          </a:p>
        </p:txBody>
      </p:sp>
    </p:spTree>
    <p:extLst>
      <p:ext uri="{BB962C8B-B14F-4D97-AF65-F5344CB8AC3E}">
        <p14:creationId xmlns:p14="http://schemas.microsoft.com/office/powerpoint/2010/main" val="3616132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frame"/>
          <p:cNvSpPr/>
          <p:nvPr/>
        </p:nvSpPr>
        <p:spPr>
          <a:xfrm>
            <a:off x="1217610" y="1019175"/>
            <a:ext cx="6126480" cy="4572000"/>
          </a:xfrm>
          <a:prstGeom prst="rect">
            <a:avLst/>
          </a:prstGeom>
          <a:noFill/>
          <a:ln w="101600">
            <a:solidFill>
              <a:schemeClr val="accent1">
                <a:lumMod val="5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title"/>
          </p:nvPr>
        </p:nvSpPr>
        <p:spPr>
          <a:xfrm>
            <a:off x="7923214" y="1371600"/>
            <a:ext cx="3124200" cy="2057400"/>
          </a:xfrm>
        </p:spPr>
        <p:txBody>
          <a:bodyPr anchor="b">
            <a:normAutofit/>
          </a:bodyPr>
          <a:lstStyle>
            <a:lvl1pPr algn="l">
              <a:defRPr sz="3200" b="0"/>
            </a:lvl1pPr>
          </a:lstStyle>
          <a:p>
            <a:r>
              <a:rPr lang="en-US"/>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1400490" y="1202055"/>
            <a:ext cx="5760720" cy="4206240"/>
          </a:xfrm>
          <a:solidFill>
            <a:schemeClr val="bg1">
              <a:lumMod val="95000"/>
            </a:schemeClr>
          </a:solidFill>
        </p:spPr>
        <p:txBody>
          <a:bodyPr tIns="914400">
            <a:normAutofit/>
          </a:bodyPr>
          <a:lstStyle>
            <a:lvl1pPr marL="0" indent="0" algn="ctr">
              <a:spcBef>
                <a:spcPts val="0"/>
              </a:spcBef>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dirty="0"/>
          </a:p>
        </p:txBody>
      </p:sp>
      <p:sp>
        <p:nvSpPr>
          <p:cNvPr id="4" name="Text Placeholder 3"/>
          <p:cNvSpPr>
            <a:spLocks noGrp="1"/>
          </p:cNvSpPr>
          <p:nvPr>
            <p:ph type="body" sz="half" idx="2"/>
          </p:nvPr>
        </p:nvSpPr>
        <p:spPr>
          <a:xfrm>
            <a:off x="7923214" y="3536829"/>
            <a:ext cx="3124200" cy="1797171"/>
          </a:xfrm>
        </p:spPr>
        <p:txBody>
          <a:bodyPr>
            <a:normAutofit/>
          </a:bodyPr>
          <a:lstStyle>
            <a:lvl1pPr marL="0" indent="0">
              <a:spcBef>
                <a:spcPts val="8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23C41AE9-3D4A-4A08-B03D-DC6D2ADF5464}" type="datetime1">
              <a:rPr lang="en-US" smtClean="0"/>
              <a:t>3/23/2026</a:t>
            </a:fld>
            <a:endParaRPr lang="en-US" dirty="0"/>
          </a:p>
        </p:txBody>
      </p:sp>
      <p:sp>
        <p:nvSpPr>
          <p:cNvPr id="7" name="Slide Number Placeholder 6"/>
          <p:cNvSpPr>
            <a:spLocks noGrp="1"/>
          </p:cNvSpPr>
          <p:nvPr>
            <p:ph type="sldNum" sz="quarter" idx="12"/>
          </p:nvPr>
        </p:nvSpPr>
        <p:spPr/>
        <p:txBody>
          <a:bodyPr/>
          <a:lstStyle/>
          <a:p>
            <a:fld id="{DF28FB93-0A08-4E7D-8E63-9EFA29F1E093}" type="slidenum">
              <a:rPr lang="en-US" smtClean="0"/>
              <a:pPr/>
              <a:t>‹#›</a:t>
            </a:fld>
            <a:endParaRPr lang="en-US" dirty="0"/>
          </a:p>
        </p:txBody>
      </p:sp>
    </p:spTree>
    <p:extLst>
      <p:ext uri="{BB962C8B-B14F-4D97-AF65-F5344CB8AC3E}">
        <p14:creationId xmlns:p14="http://schemas.microsoft.com/office/powerpoint/2010/main" val="19318627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175C077A-EF7A-41AA-8976-110EB7416C60}" type="datetime1">
              <a:rPr lang="en-US" smtClean="0"/>
              <a:t>3/23/2026</a:t>
            </a:fld>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smtClean="0"/>
              <a:pPr/>
              <a:t>‹#›</a:t>
            </a:fld>
            <a:endParaRPr lang="en-US" dirty="0"/>
          </a:p>
        </p:txBody>
      </p:sp>
    </p:spTree>
    <p:extLst>
      <p:ext uri="{BB962C8B-B14F-4D97-AF65-F5344CB8AC3E}">
        <p14:creationId xmlns:p14="http://schemas.microsoft.com/office/powerpoint/2010/main" val="2223790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94507" y="609600"/>
            <a:ext cx="1143001" cy="5410200"/>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522413" y="609600"/>
            <a:ext cx="7696198" cy="5410200"/>
          </a:xfrm>
        </p:spPr>
        <p:txBody>
          <a:bodyPr vert="eaVert"/>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CFF5912B-6681-4BDF-AE10-F59636249FF3}" type="datetime1">
              <a:rPr lang="en-US" smtClean="0"/>
              <a:t>3/23/2026</a:t>
            </a:fld>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smtClean="0"/>
              <a:pPr/>
              <a:t>‹#›</a:t>
            </a:fld>
            <a:endParaRPr lang="en-US" dirty="0"/>
          </a:p>
        </p:txBody>
      </p:sp>
    </p:spTree>
    <p:extLst>
      <p:ext uri="{BB962C8B-B14F-4D97-AF65-F5344CB8AC3E}">
        <p14:creationId xmlns:p14="http://schemas.microsoft.com/office/powerpoint/2010/main" val="26534193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l">
              <a:defRPr sz="3200"/>
            </a:lvl1p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905C8E22-D0BA-4CB4-9C32-B27533199514}" type="datetime1">
              <a:rPr lang="en-US" smtClean="0"/>
              <a:t>3/23/2026</a:t>
            </a:fld>
            <a:endParaRPr dirty="0"/>
          </a:p>
        </p:txBody>
      </p:sp>
      <p:sp>
        <p:nvSpPr>
          <p:cNvPr id="6" name="Slide Number Placeholder 5"/>
          <p:cNvSpPr>
            <a:spLocks noGrp="1"/>
          </p:cNvSpPr>
          <p:nvPr>
            <p:ph type="sldNum" sz="quarter" idx="12"/>
          </p:nvPr>
        </p:nvSpPr>
        <p:spPr/>
        <p:txBody>
          <a:bodyPr/>
          <a:lstStyle/>
          <a:p>
            <a:fld id="{DF28FB93-0A08-4E7D-8E63-9EFA29F1E093}" type="slidenum">
              <a:rPr/>
              <a:pPr/>
              <a:t>‹#›</a:t>
            </a:fld>
            <a:endParaRPr dirty="0"/>
          </a:p>
        </p:txBody>
      </p:sp>
    </p:spTree>
    <p:extLst>
      <p:ext uri="{BB962C8B-B14F-4D97-AF65-F5344CB8AC3E}">
        <p14:creationId xmlns:p14="http://schemas.microsoft.com/office/powerpoint/2010/main" val="5064757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4" name="bottom graphic"/>
          <p:cNvGrpSpPr/>
          <p:nvPr/>
        </p:nvGrpSpPr>
        <p:grpSpPr>
          <a:xfrm>
            <a:off x="0" y="6309360"/>
            <a:ext cx="12190231" cy="548640"/>
            <a:chOff x="0" y="6309360"/>
            <a:chExt cx="12190231" cy="548640"/>
          </a:xfrm>
        </p:grpSpPr>
        <p:sp>
          <p:nvSpPr>
            <p:cNvPr id="7" name="Rectangle 6"/>
            <p:cNvSpPr/>
            <p:nvPr/>
          </p:nvSpPr>
          <p:spPr>
            <a:xfrm>
              <a:off x="0" y="6400800"/>
              <a:ext cx="12188825" cy="4572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dirty="0"/>
            </a:p>
          </p:txBody>
        </p:sp>
        <p:sp>
          <p:nvSpPr>
            <p:cNvPr id="8" name="Rectangle 7"/>
            <p:cNvSpPr/>
            <p:nvPr/>
          </p:nvSpPr>
          <p:spPr>
            <a:xfrm>
              <a:off x="1279" y="6309360"/>
              <a:ext cx="12188952" cy="9721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9" name="Rectangle 8"/>
            <p:cNvSpPr/>
            <p:nvPr/>
          </p:nvSpPr>
          <p:spPr>
            <a:xfrm>
              <a:off x="1279" y="6379143"/>
              <a:ext cx="12188952" cy="274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grpSp>
        <p:nvGrpSpPr>
          <p:cNvPr id="10" name="top graphic"/>
          <p:cNvGrpSpPr/>
          <p:nvPr/>
        </p:nvGrpSpPr>
        <p:grpSpPr>
          <a:xfrm>
            <a:off x="1279" y="0"/>
            <a:ext cx="12188952" cy="320040"/>
            <a:chOff x="1279" y="0"/>
            <a:chExt cx="12188952" cy="320040"/>
          </a:xfrm>
        </p:grpSpPr>
        <p:sp>
          <p:nvSpPr>
            <p:cNvPr id="11" name="Rectangle 10"/>
            <p:cNvSpPr/>
            <p:nvPr/>
          </p:nvSpPr>
          <p:spPr>
            <a:xfrm>
              <a:off x="1279" y="0"/>
              <a:ext cx="12188952" cy="17023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12" name="Rectangle 11"/>
            <p:cNvSpPr/>
            <p:nvPr/>
          </p:nvSpPr>
          <p:spPr>
            <a:xfrm>
              <a:off x="1279" y="170234"/>
              <a:ext cx="12188952" cy="14980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13" name="Rectangle 12"/>
            <p:cNvSpPr/>
            <p:nvPr/>
          </p:nvSpPr>
          <p:spPr>
            <a:xfrm>
              <a:off x="1279" y="231421"/>
              <a:ext cx="12188952" cy="274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sp>
        <p:nvSpPr>
          <p:cNvPr id="2" name="Title Placeholder 1"/>
          <p:cNvSpPr>
            <a:spLocks noGrp="1"/>
          </p:cNvSpPr>
          <p:nvPr>
            <p:ph type="title"/>
          </p:nvPr>
        </p:nvSpPr>
        <p:spPr>
          <a:xfrm>
            <a:off x="1522876" y="609600"/>
            <a:ext cx="9143538" cy="1066800"/>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522876" y="1905000"/>
            <a:ext cx="9143538" cy="369746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3"/>
          </p:nvPr>
        </p:nvSpPr>
        <p:spPr bwMode="auto">
          <a:xfrm>
            <a:off x="1507498" y="6516865"/>
            <a:ext cx="6062145" cy="228600"/>
          </a:xfrm>
          <a:prstGeom prst="rect">
            <a:avLst/>
          </a:prstGeom>
        </p:spPr>
        <p:txBody>
          <a:bodyPr vert="horz" lIns="91440" tIns="45720" rIns="91440" bIns="45720" rtlCol="0" anchor="ctr"/>
          <a:lstStyle>
            <a:lvl1pPr algn="l">
              <a:defRPr sz="1100" cap="all" baseline="0">
                <a:solidFill>
                  <a:schemeClr val="bg1"/>
                </a:solidFill>
              </a:defRPr>
            </a:lvl1pPr>
          </a:lstStyle>
          <a:p>
            <a:r>
              <a:rPr lang="en-US" dirty="0"/>
              <a:t>Add a footer</a:t>
            </a:r>
          </a:p>
        </p:txBody>
      </p:sp>
      <p:sp>
        <p:nvSpPr>
          <p:cNvPr id="4" name="Date Placeholder 3"/>
          <p:cNvSpPr>
            <a:spLocks noGrp="1"/>
          </p:cNvSpPr>
          <p:nvPr>
            <p:ph type="dt" sz="half" idx="2"/>
          </p:nvPr>
        </p:nvSpPr>
        <p:spPr bwMode="auto">
          <a:xfrm>
            <a:off x="7994363" y="6516865"/>
            <a:ext cx="1327622" cy="228600"/>
          </a:xfrm>
          <a:prstGeom prst="rect">
            <a:avLst/>
          </a:prstGeom>
        </p:spPr>
        <p:txBody>
          <a:bodyPr vert="horz" lIns="91440" tIns="45720" rIns="91440" bIns="45720" rtlCol="0" anchor="ctr"/>
          <a:lstStyle>
            <a:lvl1pPr algn="r">
              <a:defRPr sz="1100">
                <a:solidFill>
                  <a:schemeClr val="bg1"/>
                </a:solidFill>
              </a:defRPr>
            </a:lvl1pPr>
          </a:lstStyle>
          <a:p>
            <a:fld id="{5C6E67D0-0200-42BE-A0B2-78C70FBBB312}" type="datetime1">
              <a:rPr lang="en-US" smtClean="0"/>
              <a:pPr/>
              <a:t>3/23/2026</a:t>
            </a:fld>
            <a:endParaRPr lang="en-US" dirty="0"/>
          </a:p>
        </p:txBody>
      </p:sp>
      <p:sp>
        <p:nvSpPr>
          <p:cNvPr id="6" name="Slide Number Placeholder 5"/>
          <p:cNvSpPr>
            <a:spLocks noGrp="1"/>
          </p:cNvSpPr>
          <p:nvPr>
            <p:ph type="sldNum" sz="quarter" idx="4"/>
          </p:nvPr>
        </p:nvSpPr>
        <p:spPr bwMode="auto">
          <a:xfrm>
            <a:off x="9730094" y="6516865"/>
            <a:ext cx="936319" cy="228600"/>
          </a:xfrm>
          <a:prstGeom prst="rect">
            <a:avLst/>
          </a:prstGeom>
        </p:spPr>
        <p:txBody>
          <a:bodyPr vert="horz" lIns="91440" tIns="45720" rIns="91440" bIns="45720" rtlCol="0" anchor="ctr"/>
          <a:lstStyle>
            <a:lvl1pPr algn="r">
              <a:defRPr sz="1100">
                <a:solidFill>
                  <a:schemeClr val="bg1"/>
                </a:solidFill>
              </a:defRPr>
            </a:lvl1pPr>
          </a:lstStyle>
          <a:p>
            <a:fld id="{DF28FB93-0A08-4E7D-8E63-9EFA29F1E093}" type="slidenum">
              <a:rPr lang="en-US" smtClean="0"/>
              <a:pPr/>
              <a:t>‹#›</a:t>
            </a:fld>
            <a:endParaRPr lang="en-US" dirty="0"/>
          </a:p>
        </p:txBody>
      </p:sp>
    </p:spTree>
    <p:extLst>
      <p:ext uri="{BB962C8B-B14F-4D97-AF65-F5344CB8AC3E}">
        <p14:creationId xmlns:p14="http://schemas.microsoft.com/office/powerpoint/2010/main" val="3310681898"/>
      </p:ext>
    </p:extLst>
  </p:cSld>
  <p:clrMap bg1="lt1" tx1="dk1" bg2="lt2" tx2="dk2" accent1="accent1" accent2="accent2" accent3="accent3" accent4="accent4" accent5="accent5" accent6="accent6" hlink="hlink" folHlink="folHlink"/>
  <p:sldLayoutIdLst>
    <p:sldLayoutId id="2147483925" r:id="rId1"/>
    <p:sldLayoutId id="2147483926" r:id="rId2"/>
    <p:sldLayoutId id="2147483927" r:id="rId3"/>
    <p:sldLayoutId id="2147483928" r:id="rId4"/>
    <p:sldLayoutId id="2147483929" r:id="rId5"/>
    <p:sldLayoutId id="2147483930" r:id="rId6"/>
    <p:sldLayoutId id="2147483931" r:id="rId7"/>
    <p:sldLayoutId id="2147483932" r:id="rId8"/>
    <p:sldLayoutId id="2147483933" r:id="rId9"/>
    <p:sldLayoutId id="2147483934" r:id="rId10"/>
    <p:sldLayoutId id="2147483935" r:id="rId11"/>
    <p:sldLayoutId id="2147483914"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14400" rtl="0" eaLnBrk="1" latinLnBrk="0" hangingPunct="1">
        <a:lnSpc>
          <a:spcPct val="90000"/>
        </a:lnSpc>
        <a:spcBef>
          <a:spcPct val="0"/>
        </a:spcBef>
        <a:buNone/>
        <a:defRPr sz="3200" kern="1200">
          <a:solidFill>
            <a:schemeClr val="accent1">
              <a:lumMod val="50000"/>
            </a:schemeClr>
          </a:solidFill>
          <a:latin typeface="+mj-lt"/>
          <a:ea typeface="+mj-ea"/>
          <a:cs typeface="+mj-cs"/>
        </a:defRPr>
      </a:lvl1pPr>
    </p:titleStyle>
    <p:bodyStyle>
      <a:lvl1pPr marL="274320" indent="-274320" algn="l" defTabSz="914400" rtl="0" eaLnBrk="1" latinLnBrk="0" hangingPunct="1">
        <a:lnSpc>
          <a:spcPct val="90000"/>
        </a:lnSpc>
        <a:spcBef>
          <a:spcPts val="1800"/>
        </a:spcBef>
        <a:buClr>
          <a:schemeClr val="tx1"/>
        </a:buClr>
        <a:buSzPct val="80000"/>
        <a:buFont typeface="Wingdings" pitchFamily="2" charset="2"/>
        <a:buChar char="§"/>
        <a:defRPr sz="2400" kern="1200">
          <a:solidFill>
            <a:schemeClr val="tx1"/>
          </a:solidFill>
          <a:latin typeface="+mn-lt"/>
          <a:ea typeface="+mn-ea"/>
          <a:cs typeface="+mn-cs"/>
        </a:defRPr>
      </a:lvl1pPr>
      <a:lvl2pPr marL="548640" indent="-228600" algn="l" defTabSz="914400" rtl="0" eaLnBrk="1" latinLnBrk="0" hangingPunct="1">
        <a:lnSpc>
          <a:spcPct val="90000"/>
        </a:lnSpc>
        <a:spcBef>
          <a:spcPts val="1000"/>
        </a:spcBef>
        <a:buClr>
          <a:schemeClr val="tx1"/>
        </a:buClr>
        <a:buSzPct val="100000"/>
        <a:buFont typeface="Arial" pitchFamily="34" charset="0"/>
        <a:buChar char="–"/>
        <a:defRPr sz="2000" kern="1200">
          <a:solidFill>
            <a:schemeClr val="tx1"/>
          </a:solidFill>
          <a:latin typeface="+mn-lt"/>
          <a:ea typeface="+mn-ea"/>
          <a:cs typeface="+mn-cs"/>
        </a:defRPr>
      </a:lvl2pPr>
      <a:lvl3pPr marL="822960" indent="-228600" algn="l" defTabSz="914400" rtl="0" eaLnBrk="1" latinLnBrk="0" hangingPunct="1">
        <a:lnSpc>
          <a:spcPct val="90000"/>
        </a:lnSpc>
        <a:spcBef>
          <a:spcPts val="800"/>
        </a:spcBef>
        <a:buClr>
          <a:schemeClr val="tx1"/>
        </a:buClr>
        <a:buSzPct val="80000"/>
        <a:buFont typeface="Wingdings" pitchFamily="2" charset="2"/>
        <a:buChar char="§"/>
        <a:defRPr sz="1800" kern="1200">
          <a:solidFill>
            <a:schemeClr val="tx1"/>
          </a:solidFill>
          <a:latin typeface="+mn-lt"/>
          <a:ea typeface="+mn-ea"/>
          <a:cs typeface="+mn-cs"/>
        </a:defRPr>
      </a:lvl3pPr>
      <a:lvl4pPr marL="1097280" indent="-228600" algn="l" defTabSz="914400" rtl="0" eaLnBrk="1" latinLnBrk="0" hangingPunct="1">
        <a:lnSpc>
          <a:spcPct val="90000"/>
        </a:lnSpc>
        <a:spcBef>
          <a:spcPts val="800"/>
        </a:spcBef>
        <a:buClr>
          <a:schemeClr val="tx1"/>
        </a:buClr>
        <a:buSzPct val="100000"/>
        <a:buFont typeface="Arial" pitchFamily="34" charset="0"/>
        <a:buChar char="–"/>
        <a:defRPr sz="1600" kern="1200">
          <a:solidFill>
            <a:schemeClr val="tx1"/>
          </a:solidFill>
          <a:latin typeface="+mn-lt"/>
          <a:ea typeface="+mn-ea"/>
          <a:cs typeface="+mn-cs"/>
        </a:defRPr>
      </a:lvl4pPr>
      <a:lvl5pPr marL="1325880" indent="-228600" algn="l" defTabSz="914400" rtl="0" eaLnBrk="1" latinLnBrk="0" hangingPunct="1">
        <a:lnSpc>
          <a:spcPct val="90000"/>
        </a:lnSpc>
        <a:spcBef>
          <a:spcPts val="800"/>
        </a:spcBef>
        <a:buClr>
          <a:schemeClr val="tx1"/>
        </a:buClr>
        <a:buSzPct val="80000"/>
        <a:buFont typeface="Wingdings" pitchFamily="2" charset="2"/>
        <a:buChar char="§"/>
        <a:defRPr sz="1600" kern="1200">
          <a:solidFill>
            <a:schemeClr val="tx1"/>
          </a:solidFill>
          <a:latin typeface="+mn-lt"/>
          <a:ea typeface="+mn-ea"/>
          <a:cs typeface="+mn-cs"/>
        </a:defRPr>
      </a:lvl5pPr>
      <a:lvl6pPr marL="1554480" indent="-228600" algn="l" defTabSz="914400" rtl="0" eaLnBrk="1" latinLnBrk="0" hangingPunct="1">
        <a:lnSpc>
          <a:spcPct val="90000"/>
        </a:lnSpc>
        <a:spcBef>
          <a:spcPts val="800"/>
        </a:spcBef>
        <a:buClr>
          <a:schemeClr val="tx1"/>
        </a:buClr>
        <a:buSzPct val="100000"/>
        <a:buFont typeface="Arial" pitchFamily="34" charset="0"/>
        <a:buChar char="–"/>
        <a:defRPr sz="1600" kern="1200">
          <a:solidFill>
            <a:schemeClr val="tx1"/>
          </a:solidFill>
          <a:latin typeface="+mn-lt"/>
          <a:ea typeface="+mn-ea"/>
          <a:cs typeface="+mn-cs"/>
        </a:defRPr>
      </a:lvl6pPr>
      <a:lvl7pPr marL="1783080" indent="-228600" algn="l" defTabSz="914400" rtl="0" eaLnBrk="1" latinLnBrk="0" hangingPunct="1">
        <a:lnSpc>
          <a:spcPct val="90000"/>
        </a:lnSpc>
        <a:spcBef>
          <a:spcPts val="800"/>
        </a:spcBef>
        <a:buClr>
          <a:schemeClr val="tx1"/>
        </a:buClr>
        <a:buSzPct val="80000"/>
        <a:buFont typeface="Wingdings" pitchFamily="2" charset="2"/>
        <a:buChar char="§"/>
        <a:defRPr sz="1600" kern="1200">
          <a:solidFill>
            <a:schemeClr val="tx1"/>
          </a:solidFill>
          <a:latin typeface="+mn-lt"/>
          <a:ea typeface="+mn-ea"/>
          <a:cs typeface="+mn-cs"/>
        </a:defRPr>
      </a:lvl7pPr>
      <a:lvl8pPr marL="2011680" indent="-228600" algn="l" defTabSz="914400" rtl="0" eaLnBrk="1" latinLnBrk="0" hangingPunct="1">
        <a:lnSpc>
          <a:spcPct val="90000"/>
        </a:lnSpc>
        <a:spcBef>
          <a:spcPts val="800"/>
        </a:spcBef>
        <a:buClr>
          <a:schemeClr val="tx1"/>
        </a:buClr>
        <a:buSzPct val="100000"/>
        <a:buFont typeface="Arial" pitchFamily="34" charset="0"/>
        <a:buChar char="–"/>
        <a:defRPr sz="1600" kern="1200">
          <a:solidFill>
            <a:schemeClr val="tx1"/>
          </a:solidFill>
          <a:latin typeface="+mn-lt"/>
          <a:ea typeface="+mn-ea"/>
          <a:cs typeface="+mn-cs"/>
        </a:defRPr>
      </a:lvl8pPr>
      <a:lvl9pPr marL="2240280" indent="-228600" algn="l" defTabSz="914400" rtl="0" eaLnBrk="1" latinLnBrk="0" hangingPunct="1">
        <a:lnSpc>
          <a:spcPct val="90000"/>
        </a:lnSpc>
        <a:spcBef>
          <a:spcPts val="800"/>
        </a:spcBef>
        <a:buClr>
          <a:schemeClr val="tx1"/>
        </a:buClr>
        <a:buSzPct val="80000"/>
        <a:buFont typeface="Wingdings" pitchFamily="2" charset="2"/>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hyperlink" Target="https://www.geeksforgeeks.org/machine-learning/scikit-learn-tutorial/"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country-classification-project-mxns2yb6emum74pbyvrgbk.streamlit.app/" TargetMode="Externa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2414" y="1772816"/>
            <a:ext cx="10332638" cy="1800200"/>
          </a:xfrm>
        </p:spPr>
        <p:txBody>
          <a:bodyPr>
            <a:normAutofit/>
          </a:bodyPr>
          <a:lstStyle/>
          <a:p>
            <a:r>
              <a:rPr lang="en-IN" dirty="0"/>
              <a:t>World Development Measurement Prediction</a:t>
            </a:r>
            <a:endParaRPr lang="en-US" dirty="0"/>
          </a:p>
        </p:txBody>
      </p:sp>
      <p:sp>
        <p:nvSpPr>
          <p:cNvPr id="3" name="Content Placeholder 2"/>
          <p:cNvSpPr>
            <a:spLocks noGrp="1"/>
          </p:cNvSpPr>
          <p:nvPr>
            <p:ph type="subTitle" idx="1"/>
          </p:nvPr>
        </p:nvSpPr>
        <p:spPr>
          <a:xfrm>
            <a:off x="1125860" y="4869160"/>
            <a:ext cx="8626151" cy="1152128"/>
          </a:xfrm>
        </p:spPr>
        <p:txBody>
          <a:bodyPr>
            <a:normAutofit/>
          </a:bodyPr>
          <a:lstStyle/>
          <a:p>
            <a:pPr marL="342900" indent="-342900">
              <a:buFont typeface="Arial" panose="020B0604020202020204" pitchFamily="34" charset="0"/>
              <a:buChar char="•"/>
            </a:pPr>
            <a:r>
              <a:rPr lang="en-US" dirty="0"/>
              <a:t>Karan </a:t>
            </a:r>
            <a:r>
              <a:rPr lang="en-US" dirty="0" err="1"/>
              <a:t>Joliya</a:t>
            </a:r>
            <a:endParaRPr lang="en-US" dirty="0"/>
          </a:p>
          <a:p>
            <a:pPr marL="342900" indent="-342900">
              <a:buFont typeface="Arial" panose="020B0604020202020204" pitchFamily="34" charset="0"/>
              <a:buChar char="•"/>
            </a:pPr>
            <a:r>
              <a:rPr lang="en-US" dirty="0"/>
              <a:t>Preeti Ronghe</a:t>
            </a:r>
          </a:p>
        </p:txBody>
      </p:sp>
    </p:spTree>
    <p:extLst>
      <p:ext uri="{BB962C8B-B14F-4D97-AF65-F5344CB8AC3E}">
        <p14:creationId xmlns:p14="http://schemas.microsoft.com/office/powerpoint/2010/main" val="29571895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FCDD20-1E87-793C-D35B-E29BEFCF63FA}"/>
              </a:ext>
            </a:extLst>
          </p:cNvPr>
          <p:cNvSpPr>
            <a:spLocks noGrp="1"/>
          </p:cNvSpPr>
          <p:nvPr>
            <p:ph type="title"/>
          </p:nvPr>
        </p:nvSpPr>
        <p:spPr/>
        <p:txBody>
          <a:bodyPr/>
          <a:lstStyle/>
          <a:p>
            <a:r>
              <a:rPr lang="en-IN" dirty="0"/>
              <a:t>Details</a:t>
            </a:r>
          </a:p>
        </p:txBody>
      </p:sp>
      <p:sp>
        <p:nvSpPr>
          <p:cNvPr id="3" name="Content Placeholder 2">
            <a:extLst>
              <a:ext uri="{FF2B5EF4-FFF2-40B4-BE49-F238E27FC236}">
                <a16:creationId xmlns:a16="http://schemas.microsoft.com/office/drawing/2014/main" id="{48366513-6FDD-0453-3794-244FA85E8F67}"/>
              </a:ext>
            </a:extLst>
          </p:cNvPr>
          <p:cNvSpPr>
            <a:spLocks noGrp="1"/>
          </p:cNvSpPr>
          <p:nvPr>
            <p:ph idx="1"/>
          </p:nvPr>
        </p:nvSpPr>
        <p:spPr/>
        <p:txBody>
          <a:bodyPr>
            <a:normAutofit fontScale="77500" lnSpcReduction="20000"/>
          </a:bodyPr>
          <a:lstStyle/>
          <a:p>
            <a:r>
              <a:rPr lang="en-IN" b="1" dirty="0"/>
              <a:t>Business Objective</a:t>
            </a:r>
            <a:r>
              <a:rPr lang="en-IN" dirty="0"/>
              <a:t>: Creating clusters on global development measurement dataset</a:t>
            </a:r>
          </a:p>
          <a:p>
            <a:r>
              <a:rPr lang="en-IN" b="1" dirty="0"/>
              <a:t>Data Set Details:</a:t>
            </a:r>
            <a:endParaRPr lang="en-IN" dirty="0"/>
          </a:p>
          <a:p>
            <a:pPr marL="0" indent="0">
              <a:buNone/>
            </a:pPr>
            <a:r>
              <a:rPr lang="en-IN" dirty="0"/>
              <a:t>The dataset has information about important economic and development metrics related to various countries across the globe.</a:t>
            </a:r>
          </a:p>
          <a:p>
            <a:r>
              <a:rPr lang="en-IN" b="1" dirty="0"/>
              <a:t>Variable Description:</a:t>
            </a:r>
            <a:endParaRPr lang="en-IN" dirty="0"/>
          </a:p>
          <a:p>
            <a:pPr marL="0" indent="0">
              <a:buNone/>
            </a:pPr>
            <a:r>
              <a:rPr lang="en-IN" dirty="0"/>
              <a:t>Birth Rate, Business tax, CO2emissions, Country, Days to start business, Ease of business, energy usage, GDP, </a:t>
            </a:r>
            <a:r>
              <a:rPr lang="en-IN" dirty="0" err="1"/>
              <a:t>healthexp%GDP</a:t>
            </a:r>
            <a:r>
              <a:rPr lang="en-IN" dirty="0"/>
              <a:t>, health exp/capita, hours to do tax, infant mortality, internet usage, lending rate, life expectancy female, etc.</a:t>
            </a:r>
          </a:p>
          <a:p>
            <a:r>
              <a:rPr lang="en-IN" b="1" dirty="0"/>
              <a:t>Acceptance Criterion: </a:t>
            </a:r>
            <a:endParaRPr lang="en-IN" dirty="0"/>
          </a:p>
          <a:p>
            <a:pPr marL="0" indent="0">
              <a:buNone/>
            </a:pPr>
            <a:r>
              <a:rPr lang="en-IN" dirty="0"/>
              <a:t>Work on different clustering models, do a comparative analysis and need to deploy the clustering application on stream lit, flask etc.</a:t>
            </a:r>
          </a:p>
          <a:p>
            <a:endParaRPr lang="en-IN" dirty="0"/>
          </a:p>
        </p:txBody>
      </p:sp>
    </p:spTree>
    <p:extLst>
      <p:ext uri="{BB962C8B-B14F-4D97-AF65-F5344CB8AC3E}">
        <p14:creationId xmlns:p14="http://schemas.microsoft.com/office/powerpoint/2010/main" val="36233342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a:t>Technologies Used</a:t>
            </a:r>
            <a:endParaRPr lang="en-US" dirty="0"/>
          </a:p>
        </p:txBody>
      </p:sp>
      <p:sp>
        <p:nvSpPr>
          <p:cNvPr id="2" name="Content Placeholder 1"/>
          <p:cNvSpPr>
            <a:spLocks noGrp="1"/>
          </p:cNvSpPr>
          <p:nvPr>
            <p:ph idx="1"/>
          </p:nvPr>
        </p:nvSpPr>
        <p:spPr/>
        <p:txBody>
          <a:bodyPr>
            <a:normAutofit fontScale="62500" lnSpcReduction="20000"/>
          </a:bodyPr>
          <a:lstStyle/>
          <a:p>
            <a:r>
              <a:rPr lang="en-IN" dirty="0"/>
              <a:t>CSS</a:t>
            </a:r>
          </a:p>
          <a:p>
            <a:r>
              <a:rPr lang="en-IN" dirty="0"/>
              <a:t>Python (Libraries)</a:t>
            </a:r>
          </a:p>
          <a:p>
            <a:pPr lvl="1"/>
            <a:r>
              <a:rPr lang="en-IN" dirty="0"/>
              <a:t>Pandas</a:t>
            </a:r>
          </a:p>
          <a:p>
            <a:pPr lvl="1"/>
            <a:r>
              <a:rPr lang="en-IN" dirty="0"/>
              <a:t>NumPy</a:t>
            </a:r>
          </a:p>
          <a:p>
            <a:pPr lvl="1"/>
            <a:r>
              <a:rPr lang="en-IN" dirty="0"/>
              <a:t>Scikit-Learn</a:t>
            </a:r>
          </a:p>
          <a:p>
            <a:pPr lvl="1"/>
            <a:r>
              <a:rPr lang="en-IN" dirty="0"/>
              <a:t>Matplotlib</a:t>
            </a:r>
          </a:p>
          <a:p>
            <a:pPr lvl="1"/>
            <a:r>
              <a:rPr lang="en-IN" dirty="0"/>
              <a:t>Seaborn</a:t>
            </a:r>
          </a:p>
          <a:p>
            <a:r>
              <a:rPr lang="en-IN" dirty="0" err="1"/>
              <a:t>Joblib</a:t>
            </a:r>
            <a:endParaRPr lang="en-IN" dirty="0"/>
          </a:p>
          <a:p>
            <a:r>
              <a:rPr lang="en-IN" dirty="0" err="1"/>
              <a:t>Streamlit</a:t>
            </a:r>
            <a:endParaRPr lang="en-IN" dirty="0"/>
          </a:p>
          <a:p>
            <a:r>
              <a:rPr lang="en-IN" dirty="0"/>
              <a:t>Version control – Git</a:t>
            </a:r>
          </a:p>
          <a:p>
            <a:r>
              <a:rPr lang="en-IN" dirty="0"/>
              <a:t>IDE - </a:t>
            </a:r>
            <a:r>
              <a:rPr lang="en-IN" dirty="0" err="1"/>
              <a:t>VSCode</a:t>
            </a:r>
            <a:endParaRPr lang="en-IN" dirty="0"/>
          </a:p>
          <a:p>
            <a:endParaRPr lang="en-US" dirty="0"/>
          </a:p>
        </p:txBody>
      </p:sp>
    </p:spTree>
    <p:extLst>
      <p:ext uri="{BB962C8B-B14F-4D97-AF65-F5344CB8AC3E}">
        <p14:creationId xmlns:p14="http://schemas.microsoft.com/office/powerpoint/2010/main" val="11529660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8EB9FB-2329-BAC4-71F7-58EFCB907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62FF30-67B9-689B-8CCD-89AF5CEC9A77}"/>
              </a:ext>
            </a:extLst>
          </p:cNvPr>
          <p:cNvSpPr>
            <a:spLocks noGrp="1"/>
          </p:cNvSpPr>
          <p:nvPr>
            <p:ph type="title"/>
          </p:nvPr>
        </p:nvSpPr>
        <p:spPr/>
        <p:txBody>
          <a:bodyPr/>
          <a:lstStyle/>
          <a:p>
            <a:r>
              <a:rPr lang="en-US" dirty="0"/>
              <a:t>Problem Definition</a:t>
            </a:r>
          </a:p>
        </p:txBody>
      </p:sp>
      <p:sp>
        <p:nvSpPr>
          <p:cNvPr id="3" name="Content Placeholder 2">
            <a:extLst>
              <a:ext uri="{FF2B5EF4-FFF2-40B4-BE49-F238E27FC236}">
                <a16:creationId xmlns:a16="http://schemas.microsoft.com/office/drawing/2014/main" id="{A88ED79F-66E4-8B65-3AA0-9C253ACA0D2C}"/>
              </a:ext>
            </a:extLst>
          </p:cNvPr>
          <p:cNvSpPr>
            <a:spLocks noGrp="1"/>
          </p:cNvSpPr>
          <p:nvPr>
            <p:ph idx="1"/>
          </p:nvPr>
        </p:nvSpPr>
        <p:spPr>
          <a:xfrm>
            <a:off x="1522876" y="1772816"/>
            <a:ext cx="9252056" cy="3829649"/>
          </a:xfrm>
        </p:spPr>
        <p:txBody>
          <a:bodyPr>
            <a:noAutofit/>
          </a:bodyPr>
          <a:lstStyle/>
          <a:p>
            <a:r>
              <a:rPr lang="en-IN" sz="1900" b="1" dirty="0"/>
              <a:t>Overview</a:t>
            </a:r>
            <a:r>
              <a:rPr lang="en-IN" sz="1900" dirty="0"/>
              <a:t>: </a:t>
            </a:r>
            <a:r>
              <a:rPr lang="en-US" sz="1900" dirty="0"/>
              <a:t>Countries differ widely in terms of economic strength, health infrastructure, technology adoption, and population structure. This project aims at applying an unsupervised machine learning to identify patterns in these indicators and group countries into meaningful development clusters. </a:t>
            </a:r>
          </a:p>
          <a:p>
            <a:endParaRPr lang="en-US" sz="1900" b="1" dirty="0"/>
          </a:p>
          <a:p>
            <a:r>
              <a:rPr lang="en-US" sz="1900" b="1" dirty="0"/>
              <a:t>Outcome: </a:t>
            </a:r>
            <a:r>
              <a:rPr lang="en-US" sz="1900" dirty="0"/>
              <a:t>The results help categorize countries into different development levels such as:</a:t>
            </a:r>
          </a:p>
          <a:p>
            <a:pPr lvl="1"/>
            <a:r>
              <a:rPr lang="en-US" sz="1900" dirty="0"/>
              <a:t>Developed Countries</a:t>
            </a:r>
          </a:p>
          <a:p>
            <a:pPr lvl="1"/>
            <a:r>
              <a:rPr lang="en-US" sz="1900" dirty="0"/>
              <a:t>Emerging Economies</a:t>
            </a:r>
          </a:p>
          <a:p>
            <a:pPr lvl="1"/>
            <a:r>
              <a:rPr lang="en-US" sz="1900" dirty="0"/>
              <a:t>Developing Countries</a:t>
            </a:r>
          </a:p>
          <a:p>
            <a:pPr lvl="1"/>
            <a:r>
              <a:rPr lang="en-US" sz="1900" dirty="0"/>
              <a:t>Underdeveloped Countries</a:t>
            </a:r>
          </a:p>
        </p:txBody>
      </p:sp>
    </p:spTree>
    <p:extLst>
      <p:ext uri="{BB962C8B-B14F-4D97-AF65-F5344CB8AC3E}">
        <p14:creationId xmlns:p14="http://schemas.microsoft.com/office/powerpoint/2010/main" val="15229619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57D4CB-2095-09B4-DD05-81E8160282B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798D26F-3A55-49E6-3AEA-25F54E38D463}"/>
              </a:ext>
            </a:extLst>
          </p:cNvPr>
          <p:cNvSpPr>
            <a:spLocks noGrp="1"/>
          </p:cNvSpPr>
          <p:nvPr>
            <p:ph type="title"/>
          </p:nvPr>
        </p:nvSpPr>
        <p:spPr/>
        <p:txBody>
          <a:bodyPr/>
          <a:lstStyle/>
          <a:p>
            <a:r>
              <a:rPr lang="en-IN" dirty="0"/>
              <a:t>Dataset Details</a:t>
            </a:r>
            <a:endParaRPr lang="en-US" dirty="0"/>
          </a:p>
        </p:txBody>
      </p:sp>
      <p:sp>
        <p:nvSpPr>
          <p:cNvPr id="6" name="Content Placeholder 5">
            <a:extLst>
              <a:ext uri="{FF2B5EF4-FFF2-40B4-BE49-F238E27FC236}">
                <a16:creationId xmlns:a16="http://schemas.microsoft.com/office/drawing/2014/main" id="{5A9A13C3-DB7F-EC76-E3A3-EB5B44D32FA3}"/>
              </a:ext>
            </a:extLst>
          </p:cNvPr>
          <p:cNvSpPr>
            <a:spLocks noGrp="1"/>
          </p:cNvSpPr>
          <p:nvPr>
            <p:ph idx="1"/>
          </p:nvPr>
        </p:nvSpPr>
        <p:spPr>
          <a:xfrm>
            <a:off x="1522876" y="1916832"/>
            <a:ext cx="9324064" cy="3798168"/>
          </a:xfrm>
        </p:spPr>
        <p:txBody>
          <a:bodyPr>
            <a:noAutofit/>
          </a:bodyPr>
          <a:lstStyle/>
          <a:p>
            <a:pPr eaLnBrk="0" fontAlgn="base" hangingPunct="0">
              <a:lnSpc>
                <a:spcPct val="150000"/>
              </a:lnSpc>
              <a:spcBef>
                <a:spcPct val="0"/>
              </a:spcBef>
              <a:spcAft>
                <a:spcPct val="0"/>
              </a:spcAft>
              <a:buFont typeface="Arial" panose="020B0604020202020204" pitchFamily="34" charset="0"/>
              <a:buChar char="•"/>
            </a:pPr>
            <a:r>
              <a:rPr lang="en-US" altLang="en-US" sz="1900" b="1" dirty="0"/>
              <a:t>Source</a:t>
            </a:r>
            <a:r>
              <a:rPr lang="en-US" altLang="en-US" sz="1900" b="1" dirty="0">
                <a:latin typeface="+mj-lt"/>
              </a:rPr>
              <a:t>: </a:t>
            </a:r>
            <a:r>
              <a:rPr lang="en-US" altLang="en-US" sz="1900" dirty="0">
                <a:latin typeface="+mj-lt"/>
              </a:rPr>
              <a:t>World_development_measurement.csv</a:t>
            </a:r>
          </a:p>
          <a:p>
            <a:pPr defTabSz="914126" eaLnBrk="0" fontAlgn="base" hangingPunct="0">
              <a:lnSpc>
                <a:spcPct val="150000"/>
              </a:lnSpc>
              <a:spcBef>
                <a:spcPct val="0"/>
              </a:spcBef>
              <a:spcAft>
                <a:spcPct val="0"/>
              </a:spcAft>
              <a:buClrTx/>
              <a:buSzTx/>
              <a:buFont typeface="Arial" panose="020B0604020202020204" pitchFamily="34" charset="0"/>
              <a:buChar char="•"/>
            </a:pPr>
            <a:r>
              <a:rPr lang="en-US" altLang="en-US" sz="1900" b="1" dirty="0">
                <a:latin typeface="+mj-lt"/>
              </a:rPr>
              <a:t>Size</a:t>
            </a:r>
            <a:r>
              <a:rPr lang="en-US" altLang="en-US" sz="1900" dirty="0">
                <a:latin typeface="+mj-lt"/>
              </a:rPr>
              <a:t>: </a:t>
            </a:r>
            <a:r>
              <a:rPr lang="en-IN" sz="1900" b="1" dirty="0">
                <a:latin typeface="+mj-lt"/>
              </a:rPr>
              <a:t>2704</a:t>
            </a:r>
            <a:r>
              <a:rPr lang="en-IN" sz="1900" dirty="0">
                <a:latin typeface="+mj-lt"/>
              </a:rPr>
              <a:t> rows</a:t>
            </a:r>
            <a:r>
              <a:rPr lang="en-IN" sz="1900" b="1" dirty="0">
                <a:latin typeface="+mj-lt"/>
              </a:rPr>
              <a:t>, 25 </a:t>
            </a:r>
            <a:r>
              <a:rPr lang="en-IN" sz="1900" dirty="0">
                <a:latin typeface="+mj-lt"/>
              </a:rPr>
              <a:t>columns</a:t>
            </a:r>
          </a:p>
          <a:p>
            <a:pPr defTabSz="914126" eaLnBrk="0" fontAlgn="base" hangingPunct="0">
              <a:lnSpc>
                <a:spcPct val="100000"/>
              </a:lnSpc>
              <a:spcBef>
                <a:spcPct val="0"/>
              </a:spcBef>
              <a:spcAft>
                <a:spcPct val="0"/>
              </a:spcAft>
              <a:buClrTx/>
              <a:buSzTx/>
              <a:buFont typeface="Arial" panose="020B0604020202020204" pitchFamily="34" charset="0"/>
              <a:buChar char="•"/>
            </a:pPr>
            <a:r>
              <a:rPr lang="en-US" altLang="en-US" sz="1900" b="1" dirty="0">
                <a:latin typeface="+mj-lt"/>
              </a:rPr>
              <a:t>Features</a:t>
            </a:r>
            <a:r>
              <a:rPr lang="en-US" altLang="en-US" sz="1900" dirty="0">
                <a:latin typeface="+mj-lt"/>
              </a:rPr>
              <a:t>: </a:t>
            </a:r>
            <a:r>
              <a:rPr lang="en-IN" sz="1900" dirty="0"/>
              <a:t>'Birth Rate', 'Business Tax Rate', 'CO2 Emissions', 'Country', 'Days to Start Business', 'Ease of Business', 'Energy Usage', 'GDP’, 'Health Exp % GDP', 'Health Exp/Capita', 'Hours to do Tax’, 'Infant Mortality Rate', 'Internet Usage', 'Lending Interest', 'Life Expectancy Female', 'Life Expectancy Male', 'Mobile Phone Usage',      'Number of Records', 'Population 0-14', 'Population 15-64','Population 65+', 'Population Total', 'Population Urban', 'Tourism Inbound', 'Tourism Outbound'</a:t>
            </a:r>
            <a:endParaRPr lang="en-US" sz="1900" dirty="0">
              <a:latin typeface="+mj-lt"/>
              <a:cs typeface="Arial" panose="020B0604020202020204" pitchFamily="34" charset="0"/>
            </a:endParaRPr>
          </a:p>
          <a:p>
            <a:pPr eaLnBrk="0" fontAlgn="base" hangingPunct="0">
              <a:lnSpc>
                <a:spcPct val="150000"/>
              </a:lnSpc>
              <a:spcBef>
                <a:spcPct val="0"/>
              </a:spcBef>
              <a:spcAft>
                <a:spcPct val="0"/>
              </a:spcAft>
              <a:buFont typeface="Arial" panose="020B0604020202020204" pitchFamily="34" charset="0"/>
              <a:buChar char="•"/>
            </a:pPr>
            <a:r>
              <a:rPr lang="en-US" altLang="en-US" sz="1900" b="1" dirty="0">
                <a:latin typeface="+mj-lt"/>
              </a:rPr>
              <a:t>Classification: </a:t>
            </a:r>
            <a:r>
              <a:rPr lang="en-US" sz="1900" dirty="0">
                <a:latin typeface="+mj-lt"/>
              </a:rPr>
              <a:t>1.Developed Countries  2. </a:t>
            </a:r>
            <a:r>
              <a:rPr lang="en-US" sz="1900" dirty="0"/>
              <a:t>Developing Countries  3.</a:t>
            </a:r>
            <a:r>
              <a:rPr lang="en-US" sz="1900" dirty="0">
                <a:latin typeface="+mj-lt"/>
              </a:rPr>
              <a:t>Emerging Countries 4.Underdeveloped Countries</a:t>
            </a:r>
          </a:p>
          <a:p>
            <a:pPr eaLnBrk="0" fontAlgn="base" hangingPunct="0">
              <a:lnSpc>
                <a:spcPct val="150000"/>
              </a:lnSpc>
              <a:spcBef>
                <a:spcPct val="0"/>
              </a:spcBef>
              <a:spcAft>
                <a:spcPct val="0"/>
              </a:spcAft>
              <a:buFontTx/>
              <a:buChar char="•"/>
            </a:pPr>
            <a:endParaRPr lang="en-US" altLang="en-US" sz="1900" dirty="0">
              <a:latin typeface="+mj-lt"/>
            </a:endParaRPr>
          </a:p>
        </p:txBody>
      </p:sp>
    </p:spTree>
    <p:extLst>
      <p:ext uri="{BB962C8B-B14F-4D97-AF65-F5344CB8AC3E}">
        <p14:creationId xmlns:p14="http://schemas.microsoft.com/office/powerpoint/2010/main" val="4093844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FB4706-F0CD-963D-5488-0CFA9C2E004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2F57915-6A0A-EF2C-5249-999E5D783C1D}"/>
              </a:ext>
            </a:extLst>
          </p:cNvPr>
          <p:cNvSpPr>
            <a:spLocks noGrp="1"/>
          </p:cNvSpPr>
          <p:nvPr>
            <p:ph type="title"/>
          </p:nvPr>
        </p:nvSpPr>
        <p:spPr/>
        <p:txBody>
          <a:bodyPr/>
          <a:lstStyle/>
          <a:p>
            <a:r>
              <a:rPr lang="en-US" dirty="0"/>
              <a:t>Exploratory Data Analysis (EDA)</a:t>
            </a:r>
          </a:p>
        </p:txBody>
      </p:sp>
      <p:sp>
        <p:nvSpPr>
          <p:cNvPr id="6" name="Content Placeholder 5">
            <a:extLst>
              <a:ext uri="{FF2B5EF4-FFF2-40B4-BE49-F238E27FC236}">
                <a16:creationId xmlns:a16="http://schemas.microsoft.com/office/drawing/2014/main" id="{CF64574C-30F4-32C3-9AB4-22B78B0DCCDB}"/>
              </a:ext>
            </a:extLst>
          </p:cNvPr>
          <p:cNvSpPr>
            <a:spLocks noGrp="1"/>
          </p:cNvSpPr>
          <p:nvPr>
            <p:ph idx="1"/>
          </p:nvPr>
        </p:nvSpPr>
        <p:spPr>
          <a:xfrm>
            <a:off x="1522876" y="1905000"/>
            <a:ext cx="9612096" cy="3697465"/>
          </a:xfrm>
        </p:spPr>
        <p:txBody>
          <a:bodyPr>
            <a:noAutofit/>
          </a:bodyPr>
          <a:lstStyle/>
          <a:p>
            <a:pPr defTabSz="914126" eaLnBrk="0" fontAlgn="base" hangingPunct="0">
              <a:lnSpc>
                <a:spcPct val="150000"/>
              </a:lnSpc>
              <a:spcBef>
                <a:spcPct val="0"/>
              </a:spcBef>
              <a:spcAft>
                <a:spcPct val="0"/>
              </a:spcAft>
              <a:buClrTx/>
              <a:buSzTx/>
            </a:pPr>
            <a:r>
              <a:rPr lang="en-US" altLang="en-US" sz="1900" b="1" dirty="0">
                <a:latin typeface="+mj-lt"/>
              </a:rPr>
              <a:t>Data Cleaning</a:t>
            </a:r>
            <a:br>
              <a:rPr lang="en-US" altLang="en-US" sz="1900" dirty="0">
                <a:latin typeface="+mj-lt"/>
              </a:rPr>
            </a:br>
            <a:r>
              <a:rPr lang="en-US" altLang="en-US" sz="1900" dirty="0">
                <a:latin typeface="+mj-lt"/>
              </a:rPr>
              <a:t>Identified the datatypes, Removed missing values, handled duplicates, removed columns with zero Variance, removed Symbols like % and $ from the columns to make it numeric</a:t>
            </a:r>
          </a:p>
          <a:p>
            <a:pPr defTabSz="914126" eaLnBrk="0" fontAlgn="base" hangingPunct="0">
              <a:lnSpc>
                <a:spcPct val="150000"/>
              </a:lnSpc>
              <a:spcBef>
                <a:spcPct val="0"/>
              </a:spcBef>
              <a:spcAft>
                <a:spcPct val="0"/>
              </a:spcAft>
              <a:buClrTx/>
              <a:buSzTx/>
            </a:pPr>
            <a:r>
              <a:rPr lang="en-US" altLang="en-US" sz="1900" b="1" dirty="0">
                <a:latin typeface="+mj-lt"/>
              </a:rPr>
              <a:t>Null Value Handling</a:t>
            </a:r>
          </a:p>
          <a:p>
            <a:pPr marL="0" indent="0" defTabSz="914126" eaLnBrk="0" fontAlgn="base" hangingPunct="0">
              <a:lnSpc>
                <a:spcPct val="150000"/>
              </a:lnSpc>
              <a:spcBef>
                <a:spcPct val="0"/>
              </a:spcBef>
              <a:spcAft>
                <a:spcPct val="0"/>
              </a:spcAft>
              <a:buClrTx/>
              <a:buSzTx/>
              <a:buNone/>
            </a:pPr>
            <a:r>
              <a:rPr lang="en-US" altLang="en-US" sz="1900" b="1" dirty="0">
                <a:latin typeface="+mj-lt"/>
              </a:rPr>
              <a:t>     </a:t>
            </a:r>
            <a:r>
              <a:rPr lang="en-US" altLang="en-US" sz="1900" dirty="0">
                <a:latin typeface="+mj-lt"/>
              </a:rPr>
              <a:t>Removed columns with missing values &gt;35%.Filled the columns with lesser missing values     with mean and median</a:t>
            </a:r>
          </a:p>
          <a:p>
            <a:pPr defTabSz="914126" eaLnBrk="0" fontAlgn="base" hangingPunct="0">
              <a:lnSpc>
                <a:spcPct val="150000"/>
              </a:lnSpc>
              <a:spcBef>
                <a:spcPct val="0"/>
              </a:spcBef>
              <a:spcAft>
                <a:spcPct val="0"/>
              </a:spcAft>
              <a:buClrTx/>
              <a:buSzTx/>
            </a:pPr>
            <a:r>
              <a:rPr lang="en-US" altLang="en-US" sz="1900" b="1" dirty="0">
                <a:latin typeface="+mj-lt"/>
              </a:rPr>
              <a:t>Columns with Zero Variance</a:t>
            </a:r>
          </a:p>
          <a:p>
            <a:pPr marL="0" indent="0" defTabSz="914126" eaLnBrk="0" fontAlgn="base" hangingPunct="0">
              <a:lnSpc>
                <a:spcPct val="150000"/>
              </a:lnSpc>
              <a:spcBef>
                <a:spcPct val="0"/>
              </a:spcBef>
              <a:spcAft>
                <a:spcPct val="0"/>
              </a:spcAft>
              <a:buClrTx/>
              <a:buSzTx/>
              <a:buNone/>
            </a:pPr>
            <a:r>
              <a:rPr lang="en-US" altLang="en-US" sz="1900" dirty="0">
                <a:latin typeface="+mj-lt"/>
              </a:rPr>
              <a:t>     Dropped Columns with Zero Variance</a:t>
            </a:r>
          </a:p>
          <a:p>
            <a:pPr defTabSz="914126" eaLnBrk="0" fontAlgn="base" hangingPunct="0">
              <a:lnSpc>
                <a:spcPct val="150000"/>
              </a:lnSpc>
              <a:spcBef>
                <a:spcPct val="0"/>
              </a:spcBef>
              <a:spcAft>
                <a:spcPct val="0"/>
              </a:spcAft>
              <a:buClrTx/>
              <a:buSzTx/>
              <a:buFontTx/>
              <a:buChar char="•"/>
            </a:pPr>
            <a:endParaRPr lang="en-US" altLang="en-US" sz="1900" dirty="0">
              <a:latin typeface="+mj-lt"/>
            </a:endParaRPr>
          </a:p>
          <a:p>
            <a:pPr marL="0" indent="0" eaLnBrk="0" fontAlgn="base" hangingPunct="0">
              <a:lnSpc>
                <a:spcPct val="150000"/>
              </a:lnSpc>
              <a:spcBef>
                <a:spcPct val="0"/>
              </a:spcBef>
              <a:spcAft>
                <a:spcPct val="0"/>
              </a:spcAft>
              <a:buNone/>
            </a:pPr>
            <a:endParaRPr lang="en-US" altLang="en-US" sz="1900" dirty="0">
              <a:latin typeface="+mj-lt"/>
            </a:endParaRPr>
          </a:p>
        </p:txBody>
      </p:sp>
    </p:spTree>
    <p:extLst>
      <p:ext uri="{BB962C8B-B14F-4D97-AF65-F5344CB8AC3E}">
        <p14:creationId xmlns:p14="http://schemas.microsoft.com/office/powerpoint/2010/main" val="41018310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4EEA0A-0C1D-CB18-2E2D-098576EE0E3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AC5F9AA-E36A-6867-9272-7D8772C4476B}"/>
              </a:ext>
            </a:extLst>
          </p:cNvPr>
          <p:cNvSpPr>
            <a:spLocks noGrp="1"/>
          </p:cNvSpPr>
          <p:nvPr>
            <p:ph type="title"/>
          </p:nvPr>
        </p:nvSpPr>
        <p:spPr/>
        <p:txBody>
          <a:bodyPr/>
          <a:lstStyle/>
          <a:p>
            <a:r>
              <a:rPr lang="en-US" dirty="0"/>
              <a:t>Exploratory Data Analysis (EDA)</a:t>
            </a:r>
          </a:p>
        </p:txBody>
      </p:sp>
      <p:sp>
        <p:nvSpPr>
          <p:cNvPr id="6" name="Content Placeholder 5">
            <a:extLst>
              <a:ext uri="{FF2B5EF4-FFF2-40B4-BE49-F238E27FC236}">
                <a16:creationId xmlns:a16="http://schemas.microsoft.com/office/drawing/2014/main" id="{A7C31569-65A4-F925-1275-75BF3548E6EF}"/>
              </a:ext>
            </a:extLst>
          </p:cNvPr>
          <p:cNvSpPr>
            <a:spLocks noGrp="1"/>
          </p:cNvSpPr>
          <p:nvPr>
            <p:ph idx="1"/>
          </p:nvPr>
        </p:nvSpPr>
        <p:spPr>
          <a:xfrm>
            <a:off x="1522876" y="1905000"/>
            <a:ext cx="9612096" cy="3697465"/>
          </a:xfrm>
        </p:spPr>
        <p:txBody>
          <a:bodyPr>
            <a:noAutofit/>
          </a:bodyPr>
          <a:lstStyle/>
          <a:p>
            <a:pPr defTabSz="914126" eaLnBrk="0" fontAlgn="base" hangingPunct="0">
              <a:lnSpc>
                <a:spcPct val="150000"/>
              </a:lnSpc>
              <a:spcBef>
                <a:spcPct val="0"/>
              </a:spcBef>
              <a:spcAft>
                <a:spcPct val="0"/>
              </a:spcAft>
              <a:buClrTx/>
              <a:buSzTx/>
            </a:pPr>
            <a:r>
              <a:rPr lang="en-US" altLang="en-US" sz="1900" b="1" dirty="0">
                <a:latin typeface="+mj-lt"/>
              </a:rPr>
              <a:t>Outlier Analysis</a:t>
            </a:r>
            <a:br>
              <a:rPr lang="en-US" altLang="en-US" sz="1900" dirty="0">
                <a:latin typeface="+mj-lt"/>
              </a:rPr>
            </a:br>
            <a:r>
              <a:rPr lang="en-US" altLang="en-US" sz="1900" dirty="0">
                <a:latin typeface="+mj-lt"/>
              </a:rPr>
              <a:t>Detected extreme values in columns with outliers with heavily influence the model and lead to biased predictions.</a:t>
            </a:r>
          </a:p>
          <a:p>
            <a:pPr defTabSz="914126" eaLnBrk="0" fontAlgn="base" hangingPunct="0">
              <a:lnSpc>
                <a:spcPct val="150000"/>
              </a:lnSpc>
              <a:spcBef>
                <a:spcPct val="0"/>
              </a:spcBef>
              <a:spcAft>
                <a:spcPct val="0"/>
              </a:spcAft>
              <a:buClrTx/>
              <a:buSzTx/>
            </a:pPr>
            <a:r>
              <a:rPr lang="en-US" altLang="en-US" sz="1900" b="1" dirty="0">
                <a:latin typeface="+mj-lt"/>
              </a:rPr>
              <a:t>Outlier Capping/ Treatment</a:t>
            </a:r>
          </a:p>
          <a:p>
            <a:pPr marL="0" indent="0" defTabSz="914126" eaLnBrk="0" fontAlgn="base" hangingPunct="0">
              <a:lnSpc>
                <a:spcPct val="150000"/>
              </a:lnSpc>
              <a:spcBef>
                <a:spcPct val="0"/>
              </a:spcBef>
              <a:spcAft>
                <a:spcPct val="0"/>
              </a:spcAft>
              <a:buClrTx/>
              <a:buSzTx/>
              <a:buNone/>
            </a:pPr>
            <a:r>
              <a:rPr lang="en-US" altLang="en-US" sz="1900" b="1" dirty="0">
                <a:latin typeface="+mj-lt"/>
              </a:rPr>
              <a:t>     </a:t>
            </a:r>
            <a:r>
              <a:rPr lang="en-US" altLang="en-US" sz="1900" dirty="0">
                <a:latin typeface="+mj-lt"/>
              </a:rPr>
              <a:t>Treated the outliers with quartile </a:t>
            </a:r>
            <a:r>
              <a:rPr lang="en-US" altLang="en-US" sz="1900" dirty="0" err="1">
                <a:latin typeface="+mj-lt"/>
              </a:rPr>
              <a:t>range.</a:t>
            </a:r>
            <a:r>
              <a:rPr lang="en-US" altLang="en-US" sz="1900" dirty="0" err="1"/>
              <a:t>Filled</a:t>
            </a:r>
            <a:r>
              <a:rPr lang="en-US" altLang="en-US" sz="1900" dirty="0"/>
              <a:t> the columns with  outliers with Quartiles</a:t>
            </a:r>
            <a:endParaRPr lang="en-US" altLang="en-US" sz="1900" dirty="0">
              <a:latin typeface="+mj-lt"/>
            </a:endParaRPr>
          </a:p>
          <a:p>
            <a:pPr defTabSz="914126" eaLnBrk="0" fontAlgn="base" hangingPunct="0">
              <a:lnSpc>
                <a:spcPct val="150000"/>
              </a:lnSpc>
              <a:spcBef>
                <a:spcPct val="0"/>
              </a:spcBef>
              <a:spcAft>
                <a:spcPct val="0"/>
              </a:spcAft>
              <a:buClrTx/>
              <a:buSzTx/>
            </a:pPr>
            <a:r>
              <a:rPr lang="en-US" altLang="en-US" sz="1900" b="1" dirty="0">
                <a:latin typeface="+mj-lt"/>
              </a:rPr>
              <a:t>Correlation Metrics </a:t>
            </a:r>
          </a:p>
          <a:p>
            <a:pPr marL="0" indent="0" defTabSz="914126" eaLnBrk="0" fontAlgn="base" hangingPunct="0">
              <a:lnSpc>
                <a:spcPct val="150000"/>
              </a:lnSpc>
              <a:spcBef>
                <a:spcPct val="0"/>
              </a:spcBef>
              <a:spcAft>
                <a:spcPct val="0"/>
              </a:spcAft>
              <a:buClrTx/>
              <a:buSzTx/>
              <a:buNone/>
            </a:pPr>
            <a:r>
              <a:rPr lang="en-US" altLang="en-US" sz="1900" b="1" dirty="0">
                <a:latin typeface="+mj-lt"/>
              </a:rPr>
              <a:t>    </a:t>
            </a:r>
            <a:r>
              <a:rPr lang="en-US" altLang="en-US" sz="1900" dirty="0">
                <a:latin typeface="+mj-lt"/>
              </a:rPr>
              <a:t>Used to identify the positive, negative or no correlation between the variables.</a:t>
            </a:r>
          </a:p>
          <a:p>
            <a:pPr marL="0" indent="0" defTabSz="914126" eaLnBrk="0" fontAlgn="base" hangingPunct="0">
              <a:lnSpc>
                <a:spcPct val="150000"/>
              </a:lnSpc>
              <a:spcBef>
                <a:spcPct val="0"/>
              </a:spcBef>
              <a:spcAft>
                <a:spcPct val="0"/>
              </a:spcAft>
              <a:buClrTx/>
              <a:buSzTx/>
              <a:buNone/>
            </a:pPr>
            <a:r>
              <a:rPr lang="en-US" altLang="en-US" sz="1900" dirty="0">
                <a:latin typeface="+mj-lt"/>
              </a:rPr>
              <a:t>    ignore Diagonal Variables strong correlation as their correlation with self is one</a:t>
            </a:r>
          </a:p>
          <a:p>
            <a:endParaRPr lang="en-IN" sz="1900" dirty="0">
              <a:latin typeface="+mj-lt"/>
            </a:endParaRPr>
          </a:p>
        </p:txBody>
      </p:sp>
    </p:spTree>
    <p:extLst>
      <p:ext uri="{BB962C8B-B14F-4D97-AF65-F5344CB8AC3E}">
        <p14:creationId xmlns:p14="http://schemas.microsoft.com/office/powerpoint/2010/main" val="14889447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6EA73-728D-5341-72BD-4A79A602A4FA}"/>
              </a:ext>
            </a:extLst>
          </p:cNvPr>
          <p:cNvSpPr>
            <a:spLocks noGrp="1"/>
          </p:cNvSpPr>
          <p:nvPr>
            <p:ph type="title"/>
          </p:nvPr>
        </p:nvSpPr>
        <p:spPr/>
        <p:txBody>
          <a:bodyPr/>
          <a:lstStyle/>
          <a:p>
            <a:r>
              <a:rPr lang="en-IN" dirty="0"/>
              <a:t>Data Preprocessing</a:t>
            </a:r>
          </a:p>
        </p:txBody>
      </p:sp>
      <p:sp>
        <p:nvSpPr>
          <p:cNvPr id="3" name="Content Placeholder 2">
            <a:extLst>
              <a:ext uri="{FF2B5EF4-FFF2-40B4-BE49-F238E27FC236}">
                <a16:creationId xmlns:a16="http://schemas.microsoft.com/office/drawing/2014/main" id="{C9B43240-E0FC-659E-6276-9BE6813091DB}"/>
              </a:ext>
            </a:extLst>
          </p:cNvPr>
          <p:cNvSpPr>
            <a:spLocks noGrp="1"/>
          </p:cNvSpPr>
          <p:nvPr>
            <p:ph idx="1"/>
          </p:nvPr>
        </p:nvSpPr>
        <p:spPr/>
        <p:txBody>
          <a:bodyPr>
            <a:normAutofit/>
          </a:bodyPr>
          <a:lstStyle/>
          <a:p>
            <a:pPr fontAlgn="base"/>
            <a:r>
              <a:rPr lang="en-IN" sz="1900" b="1" dirty="0"/>
              <a:t>Min-Max Normalization:</a:t>
            </a:r>
            <a:r>
              <a:rPr lang="en-IN" sz="1900" dirty="0"/>
              <a:t> Scales data into a fixed range, usually 0 to 1.</a:t>
            </a:r>
          </a:p>
          <a:p>
            <a:pPr fontAlgn="base"/>
            <a:r>
              <a:rPr lang="en-IN" sz="1900" b="1" dirty="0"/>
              <a:t>Z-Score Normalization:</a:t>
            </a:r>
            <a:r>
              <a:rPr lang="en-IN" sz="1900" dirty="0"/>
              <a:t> Transforms data using mean and standard deviation.</a:t>
            </a:r>
          </a:p>
          <a:p>
            <a:pPr fontAlgn="base"/>
            <a:r>
              <a:rPr lang="en-IN" sz="1900" b="1" dirty="0"/>
              <a:t>Log Transformation:</a:t>
            </a:r>
            <a:r>
              <a:rPr lang="en-IN" sz="1900" dirty="0"/>
              <a:t> Reduces data skewness using logarithmic scaling.</a:t>
            </a:r>
          </a:p>
          <a:p>
            <a:pPr fontAlgn="base"/>
            <a:r>
              <a:rPr lang="en-IN" sz="1900" b="1" dirty="0"/>
              <a:t>One-Hot Encoding:</a:t>
            </a:r>
            <a:r>
              <a:rPr lang="en-IN" sz="1900" dirty="0"/>
              <a:t> Converts categories into binary columns.</a:t>
            </a:r>
          </a:p>
          <a:p>
            <a:pPr fontAlgn="base"/>
            <a:r>
              <a:rPr lang="en-IN" sz="1900" b="1" dirty="0"/>
              <a:t>Label Encoding:</a:t>
            </a:r>
            <a:r>
              <a:rPr lang="en-IN" sz="1900" dirty="0"/>
              <a:t> Assigns numeric labels to categorical values.</a:t>
            </a:r>
          </a:p>
          <a:p>
            <a:pPr fontAlgn="base"/>
            <a:endParaRPr lang="en-IN" sz="1900" dirty="0"/>
          </a:p>
          <a:p>
            <a:pPr marL="0" indent="0" fontAlgn="base">
              <a:buNone/>
            </a:pPr>
            <a:r>
              <a:rPr lang="en-IN" sz="1900" b="1" dirty="0">
                <a:solidFill>
                  <a:srgbClr val="00B050"/>
                </a:solidFill>
              </a:rPr>
              <a:t>Label Encoding was used to convert Categorical columns into Numeric</a:t>
            </a:r>
          </a:p>
          <a:p>
            <a:pPr marL="0" indent="0">
              <a:buNone/>
            </a:pPr>
            <a:endParaRPr lang="en-IN" sz="1900" dirty="0"/>
          </a:p>
        </p:txBody>
      </p:sp>
    </p:spTree>
    <p:extLst>
      <p:ext uri="{BB962C8B-B14F-4D97-AF65-F5344CB8AC3E}">
        <p14:creationId xmlns:p14="http://schemas.microsoft.com/office/powerpoint/2010/main" val="9783578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1614C-8E92-CE5B-6F62-8B52B673A2A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E58F7BA-C10B-B27F-A55F-7416F5A7A656}"/>
              </a:ext>
            </a:extLst>
          </p:cNvPr>
          <p:cNvSpPr>
            <a:spLocks noGrp="1"/>
          </p:cNvSpPr>
          <p:nvPr>
            <p:ph type="title"/>
          </p:nvPr>
        </p:nvSpPr>
        <p:spPr/>
        <p:txBody>
          <a:bodyPr/>
          <a:lstStyle/>
          <a:p>
            <a:r>
              <a:rPr lang="en-US" dirty="0"/>
              <a:t>Correlation Matrix</a:t>
            </a:r>
          </a:p>
        </p:txBody>
      </p:sp>
      <p:graphicFrame>
        <p:nvGraphicFramePr>
          <p:cNvPr id="6" name="Table 5">
            <a:extLst>
              <a:ext uri="{FF2B5EF4-FFF2-40B4-BE49-F238E27FC236}">
                <a16:creationId xmlns:a16="http://schemas.microsoft.com/office/drawing/2014/main" id="{D08FFC7B-91B6-4879-FCA8-3C08AED0FC89}"/>
              </a:ext>
            </a:extLst>
          </p:cNvPr>
          <p:cNvGraphicFramePr>
            <a:graphicFrameLocks noGrp="1"/>
          </p:cNvGraphicFramePr>
          <p:nvPr>
            <p:extLst>
              <p:ext uri="{D42A27DB-BD31-4B8C-83A1-F6EECF244321}">
                <p14:modId xmlns:p14="http://schemas.microsoft.com/office/powerpoint/2010/main" val="1791191278"/>
              </p:ext>
            </p:extLst>
          </p:nvPr>
        </p:nvGraphicFramePr>
        <p:xfrm>
          <a:off x="981844" y="1621154"/>
          <a:ext cx="10998427" cy="4688166"/>
        </p:xfrm>
        <a:graphic>
          <a:graphicData uri="http://schemas.openxmlformats.org/drawingml/2006/table">
            <a:tbl>
              <a:tblPr>
                <a:tableStyleId>{3B4B98B0-60AC-42C2-AFA5-B58CD77FA1E5}</a:tableStyleId>
              </a:tblPr>
              <a:tblGrid>
                <a:gridCol w="985887">
                  <a:extLst>
                    <a:ext uri="{9D8B030D-6E8A-4147-A177-3AD203B41FA5}">
                      <a16:colId xmlns:a16="http://schemas.microsoft.com/office/drawing/2014/main" val="2517430948"/>
                    </a:ext>
                  </a:extLst>
                </a:gridCol>
                <a:gridCol w="500627">
                  <a:extLst>
                    <a:ext uri="{9D8B030D-6E8A-4147-A177-3AD203B41FA5}">
                      <a16:colId xmlns:a16="http://schemas.microsoft.com/office/drawing/2014/main" val="604045628"/>
                    </a:ext>
                  </a:extLst>
                </a:gridCol>
                <a:gridCol w="500627">
                  <a:extLst>
                    <a:ext uri="{9D8B030D-6E8A-4147-A177-3AD203B41FA5}">
                      <a16:colId xmlns:a16="http://schemas.microsoft.com/office/drawing/2014/main" val="3632266163"/>
                    </a:ext>
                  </a:extLst>
                </a:gridCol>
                <a:gridCol w="500627">
                  <a:extLst>
                    <a:ext uri="{9D8B030D-6E8A-4147-A177-3AD203B41FA5}">
                      <a16:colId xmlns:a16="http://schemas.microsoft.com/office/drawing/2014/main" val="581530817"/>
                    </a:ext>
                  </a:extLst>
                </a:gridCol>
                <a:gridCol w="500627">
                  <a:extLst>
                    <a:ext uri="{9D8B030D-6E8A-4147-A177-3AD203B41FA5}">
                      <a16:colId xmlns:a16="http://schemas.microsoft.com/office/drawing/2014/main" val="108487222"/>
                    </a:ext>
                  </a:extLst>
                </a:gridCol>
                <a:gridCol w="500627">
                  <a:extLst>
                    <a:ext uri="{9D8B030D-6E8A-4147-A177-3AD203B41FA5}">
                      <a16:colId xmlns:a16="http://schemas.microsoft.com/office/drawing/2014/main" val="3217632546"/>
                    </a:ext>
                  </a:extLst>
                </a:gridCol>
                <a:gridCol w="500627">
                  <a:extLst>
                    <a:ext uri="{9D8B030D-6E8A-4147-A177-3AD203B41FA5}">
                      <a16:colId xmlns:a16="http://schemas.microsoft.com/office/drawing/2014/main" val="1538334026"/>
                    </a:ext>
                  </a:extLst>
                </a:gridCol>
                <a:gridCol w="500627">
                  <a:extLst>
                    <a:ext uri="{9D8B030D-6E8A-4147-A177-3AD203B41FA5}">
                      <a16:colId xmlns:a16="http://schemas.microsoft.com/office/drawing/2014/main" val="2855457284"/>
                    </a:ext>
                  </a:extLst>
                </a:gridCol>
                <a:gridCol w="500627">
                  <a:extLst>
                    <a:ext uri="{9D8B030D-6E8A-4147-A177-3AD203B41FA5}">
                      <a16:colId xmlns:a16="http://schemas.microsoft.com/office/drawing/2014/main" val="1308995225"/>
                    </a:ext>
                  </a:extLst>
                </a:gridCol>
                <a:gridCol w="500627">
                  <a:extLst>
                    <a:ext uri="{9D8B030D-6E8A-4147-A177-3AD203B41FA5}">
                      <a16:colId xmlns:a16="http://schemas.microsoft.com/office/drawing/2014/main" val="4096407634"/>
                    </a:ext>
                  </a:extLst>
                </a:gridCol>
                <a:gridCol w="500627">
                  <a:extLst>
                    <a:ext uri="{9D8B030D-6E8A-4147-A177-3AD203B41FA5}">
                      <a16:colId xmlns:a16="http://schemas.microsoft.com/office/drawing/2014/main" val="2754343505"/>
                    </a:ext>
                  </a:extLst>
                </a:gridCol>
                <a:gridCol w="500627">
                  <a:extLst>
                    <a:ext uri="{9D8B030D-6E8A-4147-A177-3AD203B41FA5}">
                      <a16:colId xmlns:a16="http://schemas.microsoft.com/office/drawing/2014/main" val="2924409706"/>
                    </a:ext>
                  </a:extLst>
                </a:gridCol>
                <a:gridCol w="500627">
                  <a:extLst>
                    <a:ext uri="{9D8B030D-6E8A-4147-A177-3AD203B41FA5}">
                      <a16:colId xmlns:a16="http://schemas.microsoft.com/office/drawing/2014/main" val="2818992656"/>
                    </a:ext>
                  </a:extLst>
                </a:gridCol>
                <a:gridCol w="500627">
                  <a:extLst>
                    <a:ext uri="{9D8B030D-6E8A-4147-A177-3AD203B41FA5}">
                      <a16:colId xmlns:a16="http://schemas.microsoft.com/office/drawing/2014/main" val="3992383608"/>
                    </a:ext>
                  </a:extLst>
                </a:gridCol>
                <a:gridCol w="500627">
                  <a:extLst>
                    <a:ext uri="{9D8B030D-6E8A-4147-A177-3AD203B41FA5}">
                      <a16:colId xmlns:a16="http://schemas.microsoft.com/office/drawing/2014/main" val="3907526001"/>
                    </a:ext>
                  </a:extLst>
                </a:gridCol>
                <a:gridCol w="500627">
                  <a:extLst>
                    <a:ext uri="{9D8B030D-6E8A-4147-A177-3AD203B41FA5}">
                      <a16:colId xmlns:a16="http://schemas.microsoft.com/office/drawing/2014/main" val="4242920364"/>
                    </a:ext>
                  </a:extLst>
                </a:gridCol>
                <a:gridCol w="500627">
                  <a:extLst>
                    <a:ext uri="{9D8B030D-6E8A-4147-A177-3AD203B41FA5}">
                      <a16:colId xmlns:a16="http://schemas.microsoft.com/office/drawing/2014/main" val="433910614"/>
                    </a:ext>
                  </a:extLst>
                </a:gridCol>
                <a:gridCol w="500627">
                  <a:extLst>
                    <a:ext uri="{9D8B030D-6E8A-4147-A177-3AD203B41FA5}">
                      <a16:colId xmlns:a16="http://schemas.microsoft.com/office/drawing/2014/main" val="2375624165"/>
                    </a:ext>
                  </a:extLst>
                </a:gridCol>
                <a:gridCol w="500627">
                  <a:extLst>
                    <a:ext uri="{9D8B030D-6E8A-4147-A177-3AD203B41FA5}">
                      <a16:colId xmlns:a16="http://schemas.microsoft.com/office/drawing/2014/main" val="2174157644"/>
                    </a:ext>
                  </a:extLst>
                </a:gridCol>
                <a:gridCol w="500627">
                  <a:extLst>
                    <a:ext uri="{9D8B030D-6E8A-4147-A177-3AD203B41FA5}">
                      <a16:colId xmlns:a16="http://schemas.microsoft.com/office/drawing/2014/main" val="2651026200"/>
                    </a:ext>
                  </a:extLst>
                </a:gridCol>
                <a:gridCol w="500627">
                  <a:extLst>
                    <a:ext uri="{9D8B030D-6E8A-4147-A177-3AD203B41FA5}">
                      <a16:colId xmlns:a16="http://schemas.microsoft.com/office/drawing/2014/main" val="3852254572"/>
                    </a:ext>
                  </a:extLst>
                </a:gridCol>
              </a:tblGrid>
              <a:tr h="216000">
                <a:tc>
                  <a:txBody>
                    <a:bodyPr/>
                    <a:lstStyle/>
                    <a:p>
                      <a:pPr algn="ctr" fontAlgn="ctr">
                        <a:buNone/>
                      </a:pPr>
                      <a:r>
                        <a:rPr lang="en-IN" sz="800" b="1" u="none" strike="noStrike" dirty="0">
                          <a:effectLst/>
                        </a:rPr>
                        <a:t> </a:t>
                      </a:r>
                      <a:endParaRPr lang="en-IN" sz="800" b="1" i="0" u="none" strike="noStrike" dirty="0">
                        <a:solidFill>
                          <a:srgbClr val="000000"/>
                        </a:solidFill>
                        <a:effectLst/>
                        <a:latin typeface="Aptos Narrow" panose="020B0004020202020204" pitchFamily="34" charset="0"/>
                      </a:endParaRPr>
                    </a:p>
                  </a:txBody>
                  <a:tcPr marL="2406" marR="2406" marT="2406" marB="0" anchor="ctr"/>
                </a:tc>
                <a:tc>
                  <a:txBody>
                    <a:bodyPr/>
                    <a:lstStyle/>
                    <a:p>
                      <a:pPr algn="ctr" fontAlgn="ctr">
                        <a:buNone/>
                      </a:pPr>
                      <a:r>
                        <a:rPr lang="en-IN" sz="800" b="1" u="none" strike="noStrike" dirty="0">
                          <a:effectLst/>
                        </a:rPr>
                        <a:t>Birth Rate</a:t>
                      </a:r>
                      <a:endParaRPr lang="en-IN" sz="800" b="1" i="0" u="none" strike="noStrike" dirty="0">
                        <a:solidFill>
                          <a:srgbClr val="000000"/>
                        </a:solidFill>
                        <a:effectLst/>
                        <a:latin typeface="Aptos Narrow" panose="020B0004020202020204" pitchFamily="34" charset="0"/>
                      </a:endParaRPr>
                    </a:p>
                  </a:txBody>
                  <a:tcPr marL="2406" marR="2406" marT="2406" marB="0" anchor="ctr"/>
                </a:tc>
                <a:tc>
                  <a:txBody>
                    <a:bodyPr/>
                    <a:lstStyle/>
                    <a:p>
                      <a:pPr algn="ctr" fontAlgn="ctr">
                        <a:buNone/>
                      </a:pPr>
                      <a:r>
                        <a:rPr lang="en-IN" sz="800" b="1" u="none" strike="noStrike">
                          <a:effectLst/>
                        </a:rPr>
                        <a:t>CO2 Emissions</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ctr" fontAlgn="ctr">
                        <a:buNone/>
                      </a:pPr>
                      <a:r>
                        <a:rPr lang="en-IN" sz="800" b="1" u="none" strike="noStrike">
                          <a:effectLst/>
                        </a:rPr>
                        <a:t>Days to Start Business</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ctr" fontAlgn="ctr">
                        <a:buNone/>
                      </a:pPr>
                      <a:r>
                        <a:rPr lang="en-IN" sz="800" b="1" u="none" strike="noStrike">
                          <a:effectLst/>
                        </a:rPr>
                        <a:t>Energy Usage</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ctr" fontAlgn="ctr">
                        <a:buNone/>
                      </a:pPr>
                      <a:r>
                        <a:rPr lang="en-IN" sz="800" b="1" u="none" strike="noStrike">
                          <a:effectLst/>
                        </a:rPr>
                        <a:t>GDP</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ctr" fontAlgn="ctr">
                        <a:buNone/>
                      </a:pPr>
                      <a:r>
                        <a:rPr lang="en-IN" sz="800" b="1" u="none" strike="noStrike">
                          <a:effectLst/>
                        </a:rPr>
                        <a:t>Health Exp % GDP</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ctr" fontAlgn="ctr">
                        <a:buNone/>
                      </a:pPr>
                      <a:r>
                        <a:rPr lang="en-IN" sz="800" b="1" u="none" strike="noStrike">
                          <a:effectLst/>
                        </a:rPr>
                        <a:t>Health Exp/Capita</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ctr" fontAlgn="ctr">
                        <a:buNone/>
                      </a:pPr>
                      <a:r>
                        <a:rPr lang="en-IN" sz="800" b="1" u="none" strike="noStrike">
                          <a:effectLst/>
                        </a:rPr>
                        <a:t>Infant Mortality Rate</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ctr" fontAlgn="ctr">
                        <a:buNone/>
                      </a:pPr>
                      <a:r>
                        <a:rPr lang="en-IN" sz="800" b="1" u="none" strike="noStrike">
                          <a:effectLst/>
                        </a:rPr>
                        <a:t>Internet Usage</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ctr" fontAlgn="ctr">
                        <a:buNone/>
                      </a:pPr>
                      <a:r>
                        <a:rPr lang="en-IN" sz="800" b="1" u="none" strike="noStrike">
                          <a:effectLst/>
                        </a:rPr>
                        <a:t>Lending Interest</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ctr" fontAlgn="ctr">
                        <a:buNone/>
                      </a:pPr>
                      <a:r>
                        <a:rPr lang="en-IN" sz="800" b="1" u="none" strike="noStrike">
                          <a:effectLst/>
                        </a:rPr>
                        <a:t>Life Expectancy Female</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ctr" fontAlgn="ctr">
                        <a:buNone/>
                      </a:pPr>
                      <a:r>
                        <a:rPr lang="en-IN" sz="800" b="1" u="none" strike="noStrike">
                          <a:effectLst/>
                        </a:rPr>
                        <a:t>Life Expectancy Male</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ctr" fontAlgn="ctr">
                        <a:buNone/>
                      </a:pPr>
                      <a:r>
                        <a:rPr lang="en-IN" sz="800" b="1" u="none" strike="noStrike">
                          <a:effectLst/>
                        </a:rPr>
                        <a:t>Mobile Phone Usage</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ctr" fontAlgn="ctr">
                        <a:buNone/>
                      </a:pPr>
                      <a:r>
                        <a:rPr lang="en-IN" sz="800" b="1" u="none" strike="noStrike">
                          <a:effectLst/>
                        </a:rPr>
                        <a:t>Population 0-14</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ctr" fontAlgn="ctr">
                        <a:buNone/>
                      </a:pPr>
                      <a:r>
                        <a:rPr lang="en-IN" sz="800" b="1" u="none" strike="noStrike">
                          <a:effectLst/>
                        </a:rPr>
                        <a:t>Population 15-64</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ctr" fontAlgn="ctr">
                        <a:buNone/>
                      </a:pPr>
                      <a:r>
                        <a:rPr lang="en-IN" sz="800" b="1" u="none" strike="noStrike">
                          <a:effectLst/>
                        </a:rPr>
                        <a:t>Population 65+</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ctr" fontAlgn="ctr">
                        <a:buNone/>
                      </a:pPr>
                      <a:r>
                        <a:rPr lang="en-IN" sz="800" b="1" u="none" strike="noStrike">
                          <a:effectLst/>
                        </a:rPr>
                        <a:t>Population Total</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ctr" fontAlgn="ctr">
                        <a:buNone/>
                      </a:pPr>
                      <a:r>
                        <a:rPr lang="en-IN" sz="800" b="1" u="none" strike="noStrike">
                          <a:effectLst/>
                        </a:rPr>
                        <a:t>Population Urban</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ctr" fontAlgn="ctr">
                        <a:buNone/>
                      </a:pPr>
                      <a:r>
                        <a:rPr lang="en-IN" sz="800" b="1" u="none" strike="noStrike">
                          <a:effectLst/>
                        </a:rPr>
                        <a:t>Tourism Inbound</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ctr" fontAlgn="ctr">
                        <a:buNone/>
                      </a:pPr>
                      <a:r>
                        <a:rPr lang="en-IN" sz="800" b="1" u="none" strike="noStrike">
                          <a:effectLst/>
                        </a:rPr>
                        <a:t>Tourism Outbound</a:t>
                      </a:r>
                      <a:endParaRPr lang="en-IN" sz="800" b="1" i="0" u="none" strike="noStrike">
                        <a:solidFill>
                          <a:srgbClr val="000000"/>
                        </a:solidFill>
                        <a:effectLst/>
                        <a:latin typeface="Aptos Narrow" panose="020B0004020202020204" pitchFamily="34" charset="0"/>
                      </a:endParaRPr>
                    </a:p>
                  </a:txBody>
                  <a:tcPr marL="2406" marR="2406" marT="2406" marB="0" anchor="ctr"/>
                </a:tc>
                <a:extLst>
                  <a:ext uri="{0D108BD9-81ED-4DB2-BD59-A6C34878D82A}">
                    <a16:rowId xmlns:a16="http://schemas.microsoft.com/office/drawing/2014/main" val="361535753"/>
                  </a:ext>
                </a:extLst>
              </a:tr>
              <a:tr h="216000">
                <a:tc>
                  <a:txBody>
                    <a:bodyPr/>
                    <a:lstStyle/>
                    <a:p>
                      <a:pPr algn="ctr" fontAlgn="ctr">
                        <a:buNone/>
                      </a:pPr>
                      <a:r>
                        <a:rPr lang="en-IN" sz="800" b="1" u="none" strike="noStrike">
                          <a:effectLst/>
                        </a:rPr>
                        <a:t>Birth Rate</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dirty="0">
                          <a:effectLst/>
                        </a:rPr>
                        <a:t>1.00</a:t>
                      </a:r>
                      <a:endParaRPr lang="en-IN" sz="800" b="1" i="0" u="none" strike="noStrike" dirty="0">
                        <a:solidFill>
                          <a:srgbClr val="9C57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-0.35</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0.26</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-0.28</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-0.41</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-0.24</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-0.59</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0.87</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-0.62</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0.42</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-0.87</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-0.82</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-0.54</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0.94</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-0.91</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-0.74</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0.01</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-0.59</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-0.51</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-0.45</a:t>
                      </a:r>
                      <a:endParaRPr lang="en-IN" sz="800" b="1" i="0" u="none" strike="noStrike">
                        <a:solidFill>
                          <a:srgbClr val="000000"/>
                        </a:solidFill>
                        <a:effectLst/>
                        <a:latin typeface="Aptos Narrow" panose="020B0004020202020204" pitchFamily="34" charset="0"/>
                      </a:endParaRPr>
                    </a:p>
                  </a:txBody>
                  <a:tcPr marL="2406" marR="2406" marT="2406" marB="0" anchor="ctr"/>
                </a:tc>
                <a:extLst>
                  <a:ext uri="{0D108BD9-81ED-4DB2-BD59-A6C34878D82A}">
                    <a16:rowId xmlns:a16="http://schemas.microsoft.com/office/drawing/2014/main" val="3244224268"/>
                  </a:ext>
                </a:extLst>
              </a:tr>
              <a:tr h="216000">
                <a:tc>
                  <a:txBody>
                    <a:bodyPr/>
                    <a:lstStyle/>
                    <a:p>
                      <a:pPr algn="ctr" fontAlgn="ctr">
                        <a:buNone/>
                      </a:pPr>
                      <a:r>
                        <a:rPr lang="en-IN" sz="800" b="1" u="none" strike="noStrike" dirty="0">
                          <a:effectLst/>
                        </a:rPr>
                        <a:t>CO2 Emissions</a:t>
                      </a:r>
                      <a:endParaRPr lang="en-IN" sz="800" b="1" i="0" u="none" strike="noStrike" dirty="0">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-0.35</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dirty="0">
                          <a:effectLst/>
                        </a:rPr>
                        <a:t>1.00</a:t>
                      </a:r>
                      <a:endParaRPr lang="en-IN" sz="800" b="1" i="0" u="none" strike="noStrike" dirty="0">
                        <a:solidFill>
                          <a:srgbClr val="9C57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dirty="0">
                          <a:effectLst/>
                        </a:rPr>
                        <a:t>-0.07</a:t>
                      </a:r>
                      <a:endParaRPr lang="en-IN" sz="800" b="1" i="0" u="none" strike="noStrike" dirty="0">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0.83</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0.73</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0.06</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0.32</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-0.30</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0.19</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-0.25</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0.31</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0.30</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0.14</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-0.40</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0.37</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0.34</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0.63</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0.30</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0.61</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0.69</a:t>
                      </a:r>
                      <a:endParaRPr lang="en-IN" sz="800" b="1" i="0" u="none" strike="noStrike">
                        <a:solidFill>
                          <a:srgbClr val="000000"/>
                        </a:solidFill>
                        <a:effectLst/>
                        <a:latin typeface="Aptos Narrow" panose="020B0004020202020204" pitchFamily="34" charset="0"/>
                      </a:endParaRPr>
                    </a:p>
                  </a:txBody>
                  <a:tcPr marL="2406" marR="2406" marT="2406" marB="0" anchor="ctr"/>
                </a:tc>
                <a:extLst>
                  <a:ext uri="{0D108BD9-81ED-4DB2-BD59-A6C34878D82A}">
                    <a16:rowId xmlns:a16="http://schemas.microsoft.com/office/drawing/2014/main" val="2347600743"/>
                  </a:ext>
                </a:extLst>
              </a:tr>
              <a:tr h="216000">
                <a:tc>
                  <a:txBody>
                    <a:bodyPr/>
                    <a:lstStyle/>
                    <a:p>
                      <a:pPr algn="ctr" fontAlgn="ctr">
                        <a:buNone/>
                      </a:pPr>
                      <a:r>
                        <a:rPr lang="en-IN" sz="800" b="1" u="none" strike="noStrike" dirty="0">
                          <a:effectLst/>
                        </a:rPr>
                        <a:t>Days to Start Business</a:t>
                      </a:r>
                      <a:endParaRPr lang="en-IN" sz="800" b="1" i="0" u="none" strike="noStrike" dirty="0">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0.26</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-0.07</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dirty="0">
                          <a:effectLst/>
                        </a:rPr>
                        <a:t>1.00</a:t>
                      </a:r>
                      <a:endParaRPr lang="en-IN" sz="800" b="1" i="0" u="none" strike="noStrike" dirty="0">
                        <a:solidFill>
                          <a:srgbClr val="9C57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dirty="0">
                          <a:effectLst/>
                        </a:rPr>
                        <a:t>-0.15</a:t>
                      </a:r>
                      <a:endParaRPr lang="en-IN" sz="800" b="1" i="0" u="none" strike="noStrike" dirty="0">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-0.21</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-0.23</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-0.31</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0.26</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-0.39</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0.21</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-0.30</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-0.31</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-0.32</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0.31</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-0.27</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-0.29</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0.01</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-0.23</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-0.26</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-0.23</a:t>
                      </a:r>
                      <a:endParaRPr lang="en-IN" sz="800" b="1" i="0" u="none" strike="noStrike">
                        <a:solidFill>
                          <a:srgbClr val="000000"/>
                        </a:solidFill>
                        <a:effectLst/>
                        <a:latin typeface="Aptos Narrow" panose="020B0004020202020204" pitchFamily="34" charset="0"/>
                      </a:endParaRPr>
                    </a:p>
                  </a:txBody>
                  <a:tcPr marL="2406" marR="2406" marT="2406" marB="0" anchor="ctr"/>
                </a:tc>
                <a:extLst>
                  <a:ext uri="{0D108BD9-81ED-4DB2-BD59-A6C34878D82A}">
                    <a16:rowId xmlns:a16="http://schemas.microsoft.com/office/drawing/2014/main" val="765913578"/>
                  </a:ext>
                </a:extLst>
              </a:tr>
              <a:tr h="216000">
                <a:tc>
                  <a:txBody>
                    <a:bodyPr/>
                    <a:lstStyle/>
                    <a:p>
                      <a:pPr algn="ctr" fontAlgn="ctr">
                        <a:buNone/>
                      </a:pPr>
                      <a:r>
                        <a:rPr lang="en-IN" sz="800" b="1" u="none" strike="noStrike" dirty="0">
                          <a:effectLst/>
                        </a:rPr>
                        <a:t>Energy Usage</a:t>
                      </a:r>
                      <a:endParaRPr lang="en-IN" sz="800" b="1" i="0" u="none" strike="noStrike" dirty="0">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-0.28</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0.83</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-0.15</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1.00</a:t>
                      </a:r>
                      <a:endParaRPr lang="en-IN" sz="800" b="1" i="0" u="none" strike="noStrike">
                        <a:solidFill>
                          <a:srgbClr val="9C57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dirty="0">
                          <a:effectLst/>
                        </a:rPr>
                        <a:t>0.80</a:t>
                      </a:r>
                      <a:endParaRPr lang="en-IN" sz="800" b="1" i="0" u="none" strike="noStrike" dirty="0">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0.11</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0.34</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-0.22</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0.28</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-0.27</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0.26</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0.25</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0.20</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-0.34</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0.29</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0.32</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0.71</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0.25</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0.65</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0.74</a:t>
                      </a:r>
                      <a:endParaRPr lang="en-IN" sz="800" b="1" i="0" u="none" strike="noStrike">
                        <a:solidFill>
                          <a:srgbClr val="000000"/>
                        </a:solidFill>
                        <a:effectLst/>
                        <a:latin typeface="Aptos Narrow" panose="020B0004020202020204" pitchFamily="34" charset="0"/>
                      </a:endParaRPr>
                    </a:p>
                  </a:txBody>
                  <a:tcPr marL="2406" marR="2406" marT="2406" marB="0" anchor="ctr"/>
                </a:tc>
                <a:extLst>
                  <a:ext uri="{0D108BD9-81ED-4DB2-BD59-A6C34878D82A}">
                    <a16:rowId xmlns:a16="http://schemas.microsoft.com/office/drawing/2014/main" val="3744928045"/>
                  </a:ext>
                </a:extLst>
              </a:tr>
              <a:tr h="216000">
                <a:tc>
                  <a:txBody>
                    <a:bodyPr/>
                    <a:lstStyle/>
                    <a:p>
                      <a:pPr algn="ctr" fontAlgn="ctr">
                        <a:buNone/>
                      </a:pPr>
                      <a:r>
                        <a:rPr lang="en-IN" sz="800" b="1" u="none" strike="noStrike" dirty="0">
                          <a:effectLst/>
                        </a:rPr>
                        <a:t>GDP</a:t>
                      </a:r>
                      <a:endParaRPr lang="en-IN" sz="800" b="1" i="0" u="none" strike="noStrike" dirty="0">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-0.41</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0.73</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-0.21</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0.80</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dirty="0">
                          <a:effectLst/>
                        </a:rPr>
                        <a:t>1.00</a:t>
                      </a:r>
                      <a:endParaRPr lang="en-IN" sz="800" b="1" i="0" u="none" strike="noStrike" dirty="0">
                        <a:solidFill>
                          <a:srgbClr val="9C57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dirty="0">
                          <a:effectLst/>
                        </a:rPr>
                        <a:t>0.24</a:t>
                      </a:r>
                      <a:endParaRPr lang="en-IN" sz="800" b="1" i="0" u="none" strike="noStrike" dirty="0">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0.56</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-0.39</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0.49</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-0.34</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0.42</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0.43</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0.41</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-0.51</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0.42</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0.50</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0.61</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0.41</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0.85</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0.93</a:t>
                      </a:r>
                      <a:endParaRPr lang="en-IN" sz="800" b="1" i="0" u="none" strike="noStrike">
                        <a:solidFill>
                          <a:srgbClr val="000000"/>
                        </a:solidFill>
                        <a:effectLst/>
                        <a:latin typeface="Aptos Narrow" panose="020B0004020202020204" pitchFamily="34" charset="0"/>
                      </a:endParaRPr>
                    </a:p>
                  </a:txBody>
                  <a:tcPr marL="2406" marR="2406" marT="2406" marB="0" anchor="ctr"/>
                </a:tc>
                <a:extLst>
                  <a:ext uri="{0D108BD9-81ED-4DB2-BD59-A6C34878D82A}">
                    <a16:rowId xmlns:a16="http://schemas.microsoft.com/office/drawing/2014/main" val="170277868"/>
                  </a:ext>
                </a:extLst>
              </a:tr>
              <a:tr h="216000">
                <a:tc>
                  <a:txBody>
                    <a:bodyPr/>
                    <a:lstStyle/>
                    <a:p>
                      <a:pPr algn="ctr" fontAlgn="ctr">
                        <a:buNone/>
                      </a:pPr>
                      <a:r>
                        <a:rPr lang="en-IN" sz="800" b="1" u="none" strike="noStrike">
                          <a:effectLst/>
                        </a:rPr>
                        <a:t>Health Exp % GDP</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-0.24</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0.06</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-0.23</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0.11</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0.24</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1.00</a:t>
                      </a:r>
                      <a:endParaRPr lang="en-IN" sz="800" b="1" i="0" u="none" strike="noStrike">
                        <a:solidFill>
                          <a:srgbClr val="9C57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0.43</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-0.21</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0.35</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-0.06</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0.22</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0.23</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0.20</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-0.30</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0.10</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0.50</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-0.02</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0.19</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0.30</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0.26</a:t>
                      </a:r>
                      <a:endParaRPr lang="en-IN" sz="800" b="1" i="0" u="none" strike="noStrike">
                        <a:solidFill>
                          <a:srgbClr val="000000"/>
                        </a:solidFill>
                        <a:effectLst/>
                        <a:latin typeface="Aptos Narrow" panose="020B0004020202020204" pitchFamily="34" charset="0"/>
                      </a:endParaRPr>
                    </a:p>
                  </a:txBody>
                  <a:tcPr marL="2406" marR="2406" marT="2406" marB="0" anchor="ctr"/>
                </a:tc>
                <a:extLst>
                  <a:ext uri="{0D108BD9-81ED-4DB2-BD59-A6C34878D82A}">
                    <a16:rowId xmlns:a16="http://schemas.microsoft.com/office/drawing/2014/main" val="3133132277"/>
                  </a:ext>
                </a:extLst>
              </a:tr>
              <a:tr h="216000">
                <a:tc>
                  <a:txBody>
                    <a:bodyPr/>
                    <a:lstStyle/>
                    <a:p>
                      <a:pPr algn="ctr" fontAlgn="ctr">
                        <a:buNone/>
                      </a:pPr>
                      <a:r>
                        <a:rPr lang="en-IN" sz="800" b="1" u="none" strike="noStrike" dirty="0">
                          <a:effectLst/>
                        </a:rPr>
                        <a:t>Health Exp/Capita</a:t>
                      </a:r>
                      <a:endParaRPr lang="en-IN" sz="800" b="1" i="0" u="none" strike="noStrike" dirty="0">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-0.59</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0.32</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-0.31</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0.34</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0.56</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0.43</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1.00</a:t>
                      </a:r>
                      <a:endParaRPr lang="en-IN" sz="800" b="1" i="0" u="none" strike="noStrike">
                        <a:solidFill>
                          <a:srgbClr val="9C57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-0.61</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0.77</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-0.49</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0.59</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0.62</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0.58</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-0.66</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0.54</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0.66</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0.00</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0.57</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0.60</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0.61</a:t>
                      </a:r>
                      <a:endParaRPr lang="en-IN" sz="800" b="1" i="0" u="none" strike="noStrike">
                        <a:solidFill>
                          <a:srgbClr val="000000"/>
                        </a:solidFill>
                        <a:effectLst/>
                        <a:latin typeface="Aptos Narrow" panose="020B0004020202020204" pitchFamily="34" charset="0"/>
                      </a:endParaRPr>
                    </a:p>
                  </a:txBody>
                  <a:tcPr marL="2406" marR="2406" marT="2406" marB="0" anchor="ctr"/>
                </a:tc>
                <a:extLst>
                  <a:ext uri="{0D108BD9-81ED-4DB2-BD59-A6C34878D82A}">
                    <a16:rowId xmlns:a16="http://schemas.microsoft.com/office/drawing/2014/main" val="1069171182"/>
                  </a:ext>
                </a:extLst>
              </a:tr>
              <a:tr h="216000">
                <a:tc>
                  <a:txBody>
                    <a:bodyPr/>
                    <a:lstStyle/>
                    <a:p>
                      <a:pPr algn="ctr" fontAlgn="ctr">
                        <a:buNone/>
                      </a:pPr>
                      <a:r>
                        <a:rPr lang="en-IN" sz="800" b="1" u="none" strike="noStrike">
                          <a:effectLst/>
                        </a:rPr>
                        <a:t>Infant Mortality Rate</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0.87</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-0.30</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0.26</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-0.22</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-0.39</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-0.21</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-0.61</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1.00</a:t>
                      </a:r>
                      <a:endParaRPr lang="en-IN" sz="800" b="1" i="0" u="none" strike="noStrike">
                        <a:solidFill>
                          <a:srgbClr val="9C57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-0.62</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0.44</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-0.92</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-0.90</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-0.57</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0.81</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-0.80</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-0.62</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0.06</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-0.60</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-0.47</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-0.43</a:t>
                      </a:r>
                      <a:endParaRPr lang="en-IN" sz="800" b="1" i="0" u="none" strike="noStrike">
                        <a:solidFill>
                          <a:srgbClr val="000000"/>
                        </a:solidFill>
                        <a:effectLst/>
                        <a:latin typeface="Aptos Narrow" panose="020B0004020202020204" pitchFamily="34" charset="0"/>
                      </a:endParaRPr>
                    </a:p>
                  </a:txBody>
                  <a:tcPr marL="2406" marR="2406" marT="2406" marB="0" anchor="ctr"/>
                </a:tc>
                <a:extLst>
                  <a:ext uri="{0D108BD9-81ED-4DB2-BD59-A6C34878D82A}">
                    <a16:rowId xmlns:a16="http://schemas.microsoft.com/office/drawing/2014/main" val="3469436202"/>
                  </a:ext>
                </a:extLst>
              </a:tr>
              <a:tr h="216000">
                <a:tc>
                  <a:txBody>
                    <a:bodyPr/>
                    <a:lstStyle/>
                    <a:p>
                      <a:pPr algn="ctr" fontAlgn="ctr">
                        <a:buNone/>
                      </a:pPr>
                      <a:r>
                        <a:rPr lang="en-IN" sz="800" b="1" u="none" strike="noStrike" dirty="0">
                          <a:effectLst/>
                        </a:rPr>
                        <a:t>Internet Usage</a:t>
                      </a:r>
                      <a:endParaRPr lang="en-IN" sz="800" b="1" i="0" u="none" strike="noStrike" dirty="0">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-0.62</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0.19</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-0.39</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0.28</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0.49</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0.35</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0.77</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-0.62</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1.00</a:t>
                      </a:r>
                      <a:endParaRPr lang="en-IN" sz="800" b="1" i="0" u="none" strike="noStrike">
                        <a:solidFill>
                          <a:srgbClr val="9C57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-0.47</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0.64</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0.66</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0.74</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-0.68</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0.59</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0.62</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-0.03</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0.53</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0.55</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0.53</a:t>
                      </a:r>
                      <a:endParaRPr lang="en-IN" sz="800" b="1" i="0" u="none" strike="noStrike">
                        <a:solidFill>
                          <a:srgbClr val="000000"/>
                        </a:solidFill>
                        <a:effectLst/>
                        <a:latin typeface="Aptos Narrow" panose="020B0004020202020204" pitchFamily="34" charset="0"/>
                      </a:endParaRPr>
                    </a:p>
                  </a:txBody>
                  <a:tcPr marL="2406" marR="2406" marT="2406" marB="0" anchor="ctr"/>
                </a:tc>
                <a:extLst>
                  <a:ext uri="{0D108BD9-81ED-4DB2-BD59-A6C34878D82A}">
                    <a16:rowId xmlns:a16="http://schemas.microsoft.com/office/drawing/2014/main" val="2999292268"/>
                  </a:ext>
                </a:extLst>
              </a:tr>
              <a:tr h="216000">
                <a:tc>
                  <a:txBody>
                    <a:bodyPr/>
                    <a:lstStyle/>
                    <a:p>
                      <a:pPr algn="ctr" fontAlgn="ctr">
                        <a:buNone/>
                      </a:pPr>
                      <a:r>
                        <a:rPr lang="en-IN" sz="800" b="1" u="none" strike="noStrike">
                          <a:effectLst/>
                        </a:rPr>
                        <a:t>Lending Interest</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0.42</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-0.25</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0.21</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-0.27</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-0.34</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-0.06</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-0.49</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0.44</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-0.47</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1.00</a:t>
                      </a:r>
                      <a:endParaRPr lang="en-IN" sz="800" b="1" i="0" u="none" strike="noStrike">
                        <a:solidFill>
                          <a:srgbClr val="9C57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-0.45</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-0.48</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-0.41</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0.44</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-0.42</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-0.35</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-0.04</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-0.32</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-0.42</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-0.39</a:t>
                      </a:r>
                      <a:endParaRPr lang="en-IN" sz="800" b="1" i="0" u="none" strike="noStrike">
                        <a:solidFill>
                          <a:srgbClr val="000000"/>
                        </a:solidFill>
                        <a:effectLst/>
                        <a:latin typeface="Aptos Narrow" panose="020B0004020202020204" pitchFamily="34" charset="0"/>
                      </a:endParaRPr>
                    </a:p>
                  </a:txBody>
                  <a:tcPr marL="2406" marR="2406" marT="2406" marB="0" anchor="ctr"/>
                </a:tc>
                <a:extLst>
                  <a:ext uri="{0D108BD9-81ED-4DB2-BD59-A6C34878D82A}">
                    <a16:rowId xmlns:a16="http://schemas.microsoft.com/office/drawing/2014/main" val="1371967071"/>
                  </a:ext>
                </a:extLst>
              </a:tr>
              <a:tr h="216000">
                <a:tc>
                  <a:txBody>
                    <a:bodyPr/>
                    <a:lstStyle/>
                    <a:p>
                      <a:pPr algn="ctr" fontAlgn="ctr">
                        <a:buNone/>
                      </a:pPr>
                      <a:r>
                        <a:rPr lang="en-IN" sz="800" b="1" u="none" strike="noStrike" dirty="0">
                          <a:effectLst/>
                        </a:rPr>
                        <a:t>Life Expectancy Female</a:t>
                      </a:r>
                      <a:endParaRPr lang="en-IN" sz="800" b="1" i="0" u="none" strike="noStrike" dirty="0">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-0.87</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0.31</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-0.30</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0.26</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0.42</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0.22</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0.59</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-0.92</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0.64</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-0.45</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1.00</a:t>
                      </a:r>
                      <a:endParaRPr lang="en-IN" sz="800" b="1" i="0" u="none" strike="noStrike">
                        <a:solidFill>
                          <a:srgbClr val="9C57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0.98</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0.55</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-0.81</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0.78</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0.64</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-0.03</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0.62</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0.49</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0.45</a:t>
                      </a:r>
                      <a:endParaRPr lang="en-IN" sz="800" b="1" i="0" u="none" strike="noStrike">
                        <a:solidFill>
                          <a:srgbClr val="000000"/>
                        </a:solidFill>
                        <a:effectLst/>
                        <a:latin typeface="Aptos Narrow" panose="020B0004020202020204" pitchFamily="34" charset="0"/>
                      </a:endParaRPr>
                    </a:p>
                  </a:txBody>
                  <a:tcPr marL="2406" marR="2406" marT="2406" marB="0" anchor="ctr"/>
                </a:tc>
                <a:extLst>
                  <a:ext uri="{0D108BD9-81ED-4DB2-BD59-A6C34878D82A}">
                    <a16:rowId xmlns:a16="http://schemas.microsoft.com/office/drawing/2014/main" val="1670445296"/>
                  </a:ext>
                </a:extLst>
              </a:tr>
              <a:tr h="216000">
                <a:tc>
                  <a:txBody>
                    <a:bodyPr/>
                    <a:lstStyle/>
                    <a:p>
                      <a:pPr algn="ctr" fontAlgn="ctr">
                        <a:buNone/>
                      </a:pPr>
                      <a:r>
                        <a:rPr lang="en-IN" sz="800" b="1" u="none" strike="noStrike">
                          <a:effectLst/>
                        </a:rPr>
                        <a:t>Life Expectancy Male</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-0.82</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0.30</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-0.31</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0.25</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0.43</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0.23</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0.62</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-0.90</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0.66</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-0.48</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0.98</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1.00</a:t>
                      </a:r>
                      <a:endParaRPr lang="en-IN" sz="800" b="1" i="0" u="none" strike="noStrike">
                        <a:solidFill>
                          <a:srgbClr val="9C57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0.55</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-0.77</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0.75</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0.59</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-0.04</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0.62</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0.50</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0.46</a:t>
                      </a:r>
                      <a:endParaRPr lang="en-IN" sz="800" b="1" i="0" u="none" strike="noStrike">
                        <a:solidFill>
                          <a:srgbClr val="000000"/>
                        </a:solidFill>
                        <a:effectLst/>
                        <a:latin typeface="Aptos Narrow" panose="020B0004020202020204" pitchFamily="34" charset="0"/>
                      </a:endParaRPr>
                    </a:p>
                  </a:txBody>
                  <a:tcPr marL="2406" marR="2406" marT="2406" marB="0" anchor="ctr"/>
                </a:tc>
                <a:extLst>
                  <a:ext uri="{0D108BD9-81ED-4DB2-BD59-A6C34878D82A}">
                    <a16:rowId xmlns:a16="http://schemas.microsoft.com/office/drawing/2014/main" val="2531684815"/>
                  </a:ext>
                </a:extLst>
              </a:tr>
              <a:tr h="216000">
                <a:tc>
                  <a:txBody>
                    <a:bodyPr/>
                    <a:lstStyle/>
                    <a:p>
                      <a:pPr algn="ctr" fontAlgn="ctr">
                        <a:buNone/>
                      </a:pPr>
                      <a:r>
                        <a:rPr lang="en-IN" sz="800" b="1" u="none" strike="noStrike" dirty="0">
                          <a:effectLst/>
                        </a:rPr>
                        <a:t>Mobile Phone Usage</a:t>
                      </a:r>
                      <a:endParaRPr lang="en-IN" sz="800" b="1" i="0" u="none" strike="noStrike" dirty="0">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-0.54</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0.14</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-0.32</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0.20</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0.41</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0.20</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0.58</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-0.57</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0.74</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-0.41</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0.55</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0.55</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1.00</a:t>
                      </a:r>
                      <a:endParaRPr lang="en-IN" sz="800" b="1" i="0" u="none" strike="noStrike">
                        <a:solidFill>
                          <a:srgbClr val="9C57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-0.61</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0.58</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0.49</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-0.06</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0.46</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0.46</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0.43</a:t>
                      </a:r>
                      <a:endParaRPr lang="en-IN" sz="800" b="1" i="0" u="none" strike="noStrike">
                        <a:solidFill>
                          <a:srgbClr val="000000"/>
                        </a:solidFill>
                        <a:effectLst/>
                        <a:latin typeface="Aptos Narrow" panose="020B0004020202020204" pitchFamily="34" charset="0"/>
                      </a:endParaRPr>
                    </a:p>
                  </a:txBody>
                  <a:tcPr marL="2406" marR="2406" marT="2406" marB="0" anchor="ctr"/>
                </a:tc>
                <a:extLst>
                  <a:ext uri="{0D108BD9-81ED-4DB2-BD59-A6C34878D82A}">
                    <a16:rowId xmlns:a16="http://schemas.microsoft.com/office/drawing/2014/main" val="3023486242"/>
                  </a:ext>
                </a:extLst>
              </a:tr>
              <a:tr h="216000">
                <a:tc>
                  <a:txBody>
                    <a:bodyPr/>
                    <a:lstStyle/>
                    <a:p>
                      <a:pPr algn="ctr" fontAlgn="ctr">
                        <a:buNone/>
                      </a:pPr>
                      <a:r>
                        <a:rPr lang="en-IN" sz="800" b="1" u="none" strike="noStrike" dirty="0">
                          <a:effectLst/>
                        </a:rPr>
                        <a:t>Population 0-14</a:t>
                      </a:r>
                      <a:endParaRPr lang="en-IN" sz="800" b="1" i="0" u="none" strike="noStrike" dirty="0">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0.94</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-0.40</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0.31</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-0.34</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-0.51</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-0.30</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-0.66</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0.81</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-0.68</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0.44</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-0.81</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-0.77</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-0.61</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1.00</a:t>
                      </a:r>
                      <a:endParaRPr lang="en-IN" sz="800" b="1" i="0" u="none" strike="noStrike">
                        <a:solidFill>
                          <a:srgbClr val="9C57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-0.93</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-0.84</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-0.04</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-0.60</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-0.59</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-0.54</a:t>
                      </a:r>
                      <a:endParaRPr lang="en-IN" sz="800" b="1" i="0" u="none" strike="noStrike">
                        <a:solidFill>
                          <a:srgbClr val="000000"/>
                        </a:solidFill>
                        <a:effectLst/>
                        <a:latin typeface="Aptos Narrow" panose="020B0004020202020204" pitchFamily="34" charset="0"/>
                      </a:endParaRPr>
                    </a:p>
                  </a:txBody>
                  <a:tcPr marL="2406" marR="2406" marT="2406" marB="0" anchor="ctr"/>
                </a:tc>
                <a:extLst>
                  <a:ext uri="{0D108BD9-81ED-4DB2-BD59-A6C34878D82A}">
                    <a16:rowId xmlns:a16="http://schemas.microsoft.com/office/drawing/2014/main" val="2492408841"/>
                  </a:ext>
                </a:extLst>
              </a:tr>
              <a:tr h="216000">
                <a:tc>
                  <a:txBody>
                    <a:bodyPr/>
                    <a:lstStyle/>
                    <a:p>
                      <a:pPr algn="ctr" fontAlgn="ctr">
                        <a:buNone/>
                      </a:pPr>
                      <a:r>
                        <a:rPr lang="en-IN" sz="800" b="1" u="none" strike="noStrike" dirty="0">
                          <a:effectLst/>
                        </a:rPr>
                        <a:t>Population 15-64</a:t>
                      </a:r>
                      <a:endParaRPr lang="en-IN" sz="800" b="1" i="0" u="none" strike="noStrike" dirty="0">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-0.91</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0.37</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-0.27</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0.29</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0.42</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0.10</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0.54</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-0.80</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0.59</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-0.42</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0.78</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0.75</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0.58</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-0.93</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1.00</a:t>
                      </a:r>
                      <a:endParaRPr lang="en-IN" sz="800" b="1" i="0" u="none" strike="noStrike">
                        <a:solidFill>
                          <a:srgbClr val="9C57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0.58</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0.00</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0.59</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0.48</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0.45</a:t>
                      </a:r>
                      <a:endParaRPr lang="en-IN" sz="800" b="1" i="0" u="none" strike="noStrike">
                        <a:solidFill>
                          <a:srgbClr val="000000"/>
                        </a:solidFill>
                        <a:effectLst/>
                        <a:latin typeface="Aptos Narrow" panose="020B0004020202020204" pitchFamily="34" charset="0"/>
                      </a:endParaRPr>
                    </a:p>
                  </a:txBody>
                  <a:tcPr marL="2406" marR="2406" marT="2406" marB="0" anchor="ctr"/>
                </a:tc>
                <a:extLst>
                  <a:ext uri="{0D108BD9-81ED-4DB2-BD59-A6C34878D82A}">
                    <a16:rowId xmlns:a16="http://schemas.microsoft.com/office/drawing/2014/main" val="2080946501"/>
                  </a:ext>
                </a:extLst>
              </a:tr>
              <a:tr h="216000">
                <a:tc>
                  <a:txBody>
                    <a:bodyPr/>
                    <a:lstStyle/>
                    <a:p>
                      <a:pPr algn="ctr" fontAlgn="ctr">
                        <a:buNone/>
                      </a:pPr>
                      <a:r>
                        <a:rPr lang="en-IN" sz="800" b="1" u="none" strike="noStrike" dirty="0">
                          <a:effectLst/>
                        </a:rPr>
                        <a:t>Population 65+</a:t>
                      </a:r>
                      <a:endParaRPr lang="en-IN" sz="800" b="1" i="0" u="none" strike="noStrike" dirty="0">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-0.74</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0.34</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-0.29</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0.32</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0.50</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0.50</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0.66</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-0.62</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0.62</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-0.35</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0.64</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0.59</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0.49</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-0.84</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0.58</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1.00</a:t>
                      </a:r>
                      <a:endParaRPr lang="en-IN" sz="800" b="1" i="0" u="none" strike="noStrike">
                        <a:solidFill>
                          <a:srgbClr val="9C57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0.09</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0.46</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0.59</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0.53</a:t>
                      </a:r>
                      <a:endParaRPr lang="en-IN" sz="800" b="1" i="0" u="none" strike="noStrike">
                        <a:solidFill>
                          <a:srgbClr val="000000"/>
                        </a:solidFill>
                        <a:effectLst/>
                        <a:latin typeface="Aptos Narrow" panose="020B0004020202020204" pitchFamily="34" charset="0"/>
                      </a:endParaRPr>
                    </a:p>
                  </a:txBody>
                  <a:tcPr marL="2406" marR="2406" marT="2406" marB="0" anchor="ctr"/>
                </a:tc>
                <a:extLst>
                  <a:ext uri="{0D108BD9-81ED-4DB2-BD59-A6C34878D82A}">
                    <a16:rowId xmlns:a16="http://schemas.microsoft.com/office/drawing/2014/main" val="1674862926"/>
                  </a:ext>
                </a:extLst>
              </a:tr>
              <a:tr h="216000">
                <a:tc>
                  <a:txBody>
                    <a:bodyPr/>
                    <a:lstStyle/>
                    <a:p>
                      <a:pPr algn="ctr" fontAlgn="ctr">
                        <a:buNone/>
                      </a:pPr>
                      <a:r>
                        <a:rPr lang="en-IN" sz="800" b="1" u="none" strike="noStrike" dirty="0">
                          <a:effectLst/>
                        </a:rPr>
                        <a:t>Population Total</a:t>
                      </a:r>
                      <a:endParaRPr lang="en-IN" sz="800" b="1" i="0" u="none" strike="noStrike" dirty="0">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0.01</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0.63</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0.01</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0.71</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0.61</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-0.02</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0.00</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0.06</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-0.03</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-0.04</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-0.03</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-0.04</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-0.06</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-0.04</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0.00</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0.09</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1.00</a:t>
                      </a:r>
                      <a:endParaRPr lang="en-IN" sz="800" b="1" i="0" u="none" strike="noStrike">
                        <a:solidFill>
                          <a:srgbClr val="9C57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-0.05</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0.47</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0.51</a:t>
                      </a:r>
                      <a:endParaRPr lang="en-IN" sz="800" b="1" i="0" u="none" strike="noStrike">
                        <a:solidFill>
                          <a:srgbClr val="000000"/>
                        </a:solidFill>
                        <a:effectLst/>
                        <a:latin typeface="Aptos Narrow" panose="020B0004020202020204" pitchFamily="34" charset="0"/>
                      </a:endParaRPr>
                    </a:p>
                  </a:txBody>
                  <a:tcPr marL="2406" marR="2406" marT="2406" marB="0" anchor="ctr"/>
                </a:tc>
                <a:extLst>
                  <a:ext uri="{0D108BD9-81ED-4DB2-BD59-A6C34878D82A}">
                    <a16:rowId xmlns:a16="http://schemas.microsoft.com/office/drawing/2014/main" val="102936808"/>
                  </a:ext>
                </a:extLst>
              </a:tr>
              <a:tr h="216000">
                <a:tc>
                  <a:txBody>
                    <a:bodyPr/>
                    <a:lstStyle/>
                    <a:p>
                      <a:pPr algn="ctr" fontAlgn="ctr">
                        <a:buNone/>
                      </a:pPr>
                      <a:r>
                        <a:rPr lang="en-IN" sz="800" b="1" u="none" strike="noStrike" dirty="0">
                          <a:effectLst/>
                        </a:rPr>
                        <a:t>Population Urban</a:t>
                      </a:r>
                      <a:endParaRPr lang="en-IN" sz="800" b="1" i="0" u="none" strike="noStrike" dirty="0">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-0.59</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0.30</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-0.23</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0.25</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0.41</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0.19</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0.57</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-0.60</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0.53</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-0.32</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0.62</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0.62</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0.46</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-0.60</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0.59</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0.46</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-0.05</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1.00</a:t>
                      </a:r>
                      <a:endParaRPr lang="en-IN" sz="800" b="1" i="0" u="none" strike="noStrike">
                        <a:solidFill>
                          <a:srgbClr val="9C57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0.44</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0.46</a:t>
                      </a:r>
                      <a:endParaRPr lang="en-IN" sz="800" b="1" i="0" u="none" strike="noStrike">
                        <a:solidFill>
                          <a:srgbClr val="000000"/>
                        </a:solidFill>
                        <a:effectLst/>
                        <a:latin typeface="Aptos Narrow" panose="020B0004020202020204" pitchFamily="34" charset="0"/>
                      </a:endParaRPr>
                    </a:p>
                  </a:txBody>
                  <a:tcPr marL="2406" marR="2406" marT="2406" marB="0" anchor="ctr"/>
                </a:tc>
                <a:extLst>
                  <a:ext uri="{0D108BD9-81ED-4DB2-BD59-A6C34878D82A}">
                    <a16:rowId xmlns:a16="http://schemas.microsoft.com/office/drawing/2014/main" val="2901619658"/>
                  </a:ext>
                </a:extLst>
              </a:tr>
              <a:tr h="216000">
                <a:tc>
                  <a:txBody>
                    <a:bodyPr/>
                    <a:lstStyle/>
                    <a:p>
                      <a:pPr algn="ctr" fontAlgn="ctr">
                        <a:buNone/>
                      </a:pPr>
                      <a:r>
                        <a:rPr lang="en-IN" sz="800" b="1" u="none" strike="noStrike" dirty="0">
                          <a:effectLst/>
                        </a:rPr>
                        <a:t>Tourism Inbound</a:t>
                      </a:r>
                      <a:endParaRPr lang="en-IN" sz="800" b="1" i="0" u="none" strike="noStrike" dirty="0">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-0.51</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0.61</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-0.26</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0.65</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0.85</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dirty="0">
                          <a:effectLst/>
                        </a:rPr>
                        <a:t>0.30</a:t>
                      </a:r>
                      <a:endParaRPr lang="en-IN" sz="800" b="1" i="0" u="none" strike="noStrike" dirty="0">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0.60</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-0.47</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0.55</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-0.42</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0.49</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0.50</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0.46</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-0.59</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0.48</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0.59</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0.47</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0.44</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1.00</a:t>
                      </a:r>
                      <a:endParaRPr lang="en-IN" sz="800" b="1" i="0" u="none" strike="noStrike">
                        <a:solidFill>
                          <a:srgbClr val="9C57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0.89</a:t>
                      </a:r>
                      <a:endParaRPr lang="en-IN" sz="800" b="1" i="0" u="none" strike="noStrike">
                        <a:solidFill>
                          <a:srgbClr val="000000"/>
                        </a:solidFill>
                        <a:effectLst/>
                        <a:latin typeface="Aptos Narrow" panose="020B0004020202020204" pitchFamily="34" charset="0"/>
                      </a:endParaRPr>
                    </a:p>
                  </a:txBody>
                  <a:tcPr marL="2406" marR="2406" marT="2406" marB="0" anchor="ctr"/>
                </a:tc>
                <a:extLst>
                  <a:ext uri="{0D108BD9-81ED-4DB2-BD59-A6C34878D82A}">
                    <a16:rowId xmlns:a16="http://schemas.microsoft.com/office/drawing/2014/main" val="3670637291"/>
                  </a:ext>
                </a:extLst>
              </a:tr>
              <a:tr h="216000">
                <a:tc>
                  <a:txBody>
                    <a:bodyPr/>
                    <a:lstStyle/>
                    <a:p>
                      <a:pPr algn="ctr" fontAlgn="ctr">
                        <a:buNone/>
                      </a:pPr>
                      <a:r>
                        <a:rPr lang="en-IN" sz="800" b="1" u="none" strike="noStrike" dirty="0">
                          <a:effectLst/>
                        </a:rPr>
                        <a:t>Tourism Outbound</a:t>
                      </a:r>
                      <a:endParaRPr lang="en-IN" sz="800" b="1" i="0" u="none" strike="noStrike" dirty="0">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-0.45</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0.69</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-0.23</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0.74</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0.93</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0.26</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0.61</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-0.43</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0.53</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-0.39</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0.45</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0.46</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0.43</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-0.54</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0.45</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0.53</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0.51</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0.46</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a:effectLst/>
                        </a:rPr>
                        <a:t>0.89</a:t>
                      </a:r>
                      <a:endParaRPr lang="en-IN" sz="800" b="1" i="0" u="none" strike="noStrike">
                        <a:solidFill>
                          <a:srgbClr val="000000"/>
                        </a:solidFill>
                        <a:effectLst/>
                        <a:latin typeface="Aptos Narrow" panose="020B0004020202020204" pitchFamily="34" charset="0"/>
                      </a:endParaRPr>
                    </a:p>
                  </a:txBody>
                  <a:tcPr marL="2406" marR="2406" marT="2406" marB="0" anchor="ctr"/>
                </a:tc>
                <a:tc>
                  <a:txBody>
                    <a:bodyPr/>
                    <a:lstStyle/>
                    <a:p>
                      <a:pPr algn="r" fontAlgn="ctr">
                        <a:buNone/>
                      </a:pPr>
                      <a:r>
                        <a:rPr lang="en-IN" sz="800" b="1" u="none" strike="noStrike" dirty="0">
                          <a:effectLst/>
                        </a:rPr>
                        <a:t>1.00</a:t>
                      </a:r>
                      <a:endParaRPr lang="en-IN" sz="800" b="1" i="0" u="none" strike="noStrike" dirty="0">
                        <a:solidFill>
                          <a:srgbClr val="9C5700"/>
                        </a:solidFill>
                        <a:effectLst/>
                        <a:latin typeface="Aptos Narrow" panose="020B0004020202020204" pitchFamily="34" charset="0"/>
                      </a:endParaRPr>
                    </a:p>
                  </a:txBody>
                  <a:tcPr marL="2406" marR="2406" marT="2406" marB="0" anchor="ctr"/>
                </a:tc>
                <a:extLst>
                  <a:ext uri="{0D108BD9-81ED-4DB2-BD59-A6C34878D82A}">
                    <a16:rowId xmlns:a16="http://schemas.microsoft.com/office/drawing/2014/main" val="2502928471"/>
                  </a:ext>
                </a:extLst>
              </a:tr>
            </a:tbl>
          </a:graphicData>
        </a:graphic>
      </p:graphicFrame>
    </p:spTree>
    <p:extLst>
      <p:ext uri="{BB962C8B-B14F-4D97-AF65-F5344CB8AC3E}">
        <p14:creationId xmlns:p14="http://schemas.microsoft.com/office/powerpoint/2010/main" val="41531129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E6A88-C3A5-0229-BDDB-09465F5D727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3F30819-AA4C-BAAD-19DC-AC1F72C6B25F}"/>
              </a:ext>
            </a:extLst>
          </p:cNvPr>
          <p:cNvSpPr>
            <a:spLocks noGrp="1"/>
          </p:cNvSpPr>
          <p:nvPr>
            <p:ph type="title"/>
          </p:nvPr>
        </p:nvSpPr>
        <p:spPr/>
        <p:txBody>
          <a:bodyPr/>
          <a:lstStyle/>
          <a:p>
            <a:r>
              <a:rPr lang="en-US" dirty="0"/>
              <a:t>Feature Distribution</a:t>
            </a:r>
          </a:p>
        </p:txBody>
      </p:sp>
      <p:sp>
        <p:nvSpPr>
          <p:cNvPr id="4" name="Text Placeholder 7">
            <a:extLst>
              <a:ext uri="{FF2B5EF4-FFF2-40B4-BE49-F238E27FC236}">
                <a16:creationId xmlns:a16="http://schemas.microsoft.com/office/drawing/2014/main" id="{B32C3F59-5BC3-4A20-5BC3-E1AA35C9EE64}"/>
              </a:ext>
            </a:extLst>
          </p:cNvPr>
          <p:cNvSpPr txBox="1">
            <a:spLocks/>
          </p:cNvSpPr>
          <p:nvPr/>
        </p:nvSpPr>
        <p:spPr>
          <a:xfrm>
            <a:off x="1539575" y="5715000"/>
            <a:ext cx="9126838" cy="533400"/>
          </a:xfrm>
          <a:prstGeom prst="rect">
            <a:avLst/>
          </a:prstGeom>
        </p:spPr>
        <p:txBody>
          <a:bodyPr anchor="b">
            <a:normAutofit/>
          </a:bodyPr>
          <a:lstStyle>
            <a:lvl1pPr marL="0" indent="0" algn="l" defTabSz="914400" rtl="0" eaLnBrk="1" latinLnBrk="0" hangingPunct="1">
              <a:lnSpc>
                <a:spcPct val="90000"/>
              </a:lnSpc>
              <a:spcBef>
                <a:spcPts val="1800"/>
              </a:spcBef>
              <a:buClr>
                <a:schemeClr val="tx1"/>
              </a:buClr>
              <a:buSzPct val="80000"/>
              <a:buFont typeface="Wingdings" pitchFamily="2" charset="2"/>
              <a:buNone/>
              <a:defRPr sz="1800" kern="1200">
                <a:solidFill>
                  <a:schemeClr val="tx1"/>
                </a:solidFill>
                <a:latin typeface="+mn-lt"/>
                <a:ea typeface="+mn-ea"/>
                <a:cs typeface="+mn-cs"/>
              </a:defRPr>
            </a:lvl1pPr>
            <a:lvl2pPr marL="320040" indent="0" algn="l" defTabSz="914400" rtl="0" eaLnBrk="1" latinLnBrk="0" hangingPunct="1">
              <a:lnSpc>
                <a:spcPct val="90000"/>
              </a:lnSpc>
              <a:spcBef>
                <a:spcPts val="1000"/>
              </a:spcBef>
              <a:buClr>
                <a:schemeClr val="tx1"/>
              </a:buClr>
              <a:buSzPct val="100000"/>
              <a:buFont typeface="Arial" pitchFamily="34" charset="0"/>
              <a:buNone/>
              <a:defRPr sz="2000" kern="1200">
                <a:solidFill>
                  <a:schemeClr val="tx1"/>
                </a:solidFill>
                <a:latin typeface="+mn-lt"/>
                <a:ea typeface="+mn-ea"/>
                <a:cs typeface="+mn-cs"/>
              </a:defRPr>
            </a:lvl2pPr>
            <a:lvl3pPr marL="594360" indent="0" algn="l" defTabSz="914400" rtl="0" eaLnBrk="1" latinLnBrk="0" hangingPunct="1">
              <a:lnSpc>
                <a:spcPct val="90000"/>
              </a:lnSpc>
              <a:spcBef>
                <a:spcPts val="800"/>
              </a:spcBef>
              <a:buClr>
                <a:schemeClr val="tx1"/>
              </a:buClr>
              <a:buSzPct val="80000"/>
              <a:buFont typeface="Wingdings" pitchFamily="2" charset="2"/>
              <a:buNone/>
              <a:defRPr sz="1800" kern="1200">
                <a:solidFill>
                  <a:schemeClr val="tx1"/>
                </a:solidFill>
                <a:latin typeface="+mn-lt"/>
                <a:ea typeface="+mn-ea"/>
                <a:cs typeface="+mn-cs"/>
              </a:defRPr>
            </a:lvl3pPr>
            <a:lvl4pPr marL="868680" indent="0" algn="l" defTabSz="914400" rtl="0" eaLnBrk="1" latinLnBrk="0" hangingPunct="1">
              <a:lnSpc>
                <a:spcPct val="90000"/>
              </a:lnSpc>
              <a:spcBef>
                <a:spcPts val="800"/>
              </a:spcBef>
              <a:buClr>
                <a:schemeClr val="tx1"/>
              </a:buClr>
              <a:buSzPct val="100000"/>
              <a:buFont typeface="Arial" pitchFamily="34" charset="0"/>
              <a:buNone/>
              <a:defRPr sz="1600" kern="1200">
                <a:solidFill>
                  <a:schemeClr val="tx1"/>
                </a:solidFill>
                <a:latin typeface="+mn-lt"/>
                <a:ea typeface="+mn-ea"/>
                <a:cs typeface="+mn-cs"/>
              </a:defRPr>
            </a:lvl4pPr>
            <a:lvl5pPr marL="1097280" indent="0" algn="l" defTabSz="914400" rtl="0" eaLnBrk="1" latinLnBrk="0" hangingPunct="1">
              <a:lnSpc>
                <a:spcPct val="90000"/>
              </a:lnSpc>
              <a:spcBef>
                <a:spcPts val="800"/>
              </a:spcBef>
              <a:buClr>
                <a:schemeClr val="tx1"/>
              </a:buClr>
              <a:buSzPct val="80000"/>
              <a:buFont typeface="Wingdings" pitchFamily="2" charset="2"/>
              <a:buNone/>
              <a:defRPr sz="1600" kern="1200">
                <a:solidFill>
                  <a:schemeClr val="tx1"/>
                </a:solidFill>
                <a:latin typeface="+mn-lt"/>
                <a:ea typeface="+mn-ea"/>
                <a:cs typeface="+mn-cs"/>
              </a:defRPr>
            </a:lvl5pPr>
            <a:lvl6pPr marL="1554480" indent="-228600" algn="l" defTabSz="914400" rtl="0" eaLnBrk="1" latinLnBrk="0" hangingPunct="1">
              <a:lnSpc>
                <a:spcPct val="90000"/>
              </a:lnSpc>
              <a:spcBef>
                <a:spcPts val="800"/>
              </a:spcBef>
              <a:buClr>
                <a:schemeClr val="tx1"/>
              </a:buClr>
              <a:buSzPct val="100000"/>
              <a:buFont typeface="Arial" pitchFamily="34" charset="0"/>
              <a:buChar char="–"/>
              <a:defRPr sz="1600" kern="1200">
                <a:solidFill>
                  <a:schemeClr val="tx1"/>
                </a:solidFill>
                <a:latin typeface="+mn-lt"/>
                <a:ea typeface="+mn-ea"/>
                <a:cs typeface="+mn-cs"/>
              </a:defRPr>
            </a:lvl6pPr>
            <a:lvl7pPr marL="1783080" indent="-228600" algn="l" defTabSz="914400" rtl="0" eaLnBrk="1" latinLnBrk="0" hangingPunct="1">
              <a:lnSpc>
                <a:spcPct val="90000"/>
              </a:lnSpc>
              <a:spcBef>
                <a:spcPts val="800"/>
              </a:spcBef>
              <a:buClr>
                <a:schemeClr val="tx1"/>
              </a:buClr>
              <a:buSzPct val="80000"/>
              <a:buFont typeface="Wingdings" pitchFamily="2" charset="2"/>
              <a:buChar char="§"/>
              <a:defRPr sz="1600" kern="1200">
                <a:solidFill>
                  <a:schemeClr val="tx1"/>
                </a:solidFill>
                <a:latin typeface="+mn-lt"/>
                <a:ea typeface="+mn-ea"/>
                <a:cs typeface="+mn-cs"/>
              </a:defRPr>
            </a:lvl7pPr>
            <a:lvl8pPr marL="2011680" indent="-228600" algn="l" defTabSz="914400" rtl="0" eaLnBrk="1" latinLnBrk="0" hangingPunct="1">
              <a:lnSpc>
                <a:spcPct val="90000"/>
              </a:lnSpc>
              <a:spcBef>
                <a:spcPts val="800"/>
              </a:spcBef>
              <a:buClr>
                <a:schemeClr val="tx1"/>
              </a:buClr>
              <a:buSzPct val="100000"/>
              <a:buFont typeface="Arial" pitchFamily="34" charset="0"/>
              <a:buChar char="–"/>
              <a:defRPr sz="1600" kern="1200">
                <a:solidFill>
                  <a:schemeClr val="tx1"/>
                </a:solidFill>
                <a:latin typeface="+mn-lt"/>
                <a:ea typeface="+mn-ea"/>
                <a:cs typeface="+mn-cs"/>
              </a:defRPr>
            </a:lvl8pPr>
            <a:lvl9pPr marL="2240280" indent="-228600" algn="l" defTabSz="914400" rtl="0" eaLnBrk="1" latinLnBrk="0" hangingPunct="1">
              <a:lnSpc>
                <a:spcPct val="90000"/>
              </a:lnSpc>
              <a:spcBef>
                <a:spcPts val="800"/>
              </a:spcBef>
              <a:buClr>
                <a:schemeClr val="tx1"/>
              </a:buClr>
              <a:buSzPct val="80000"/>
              <a:buFont typeface="Wingdings" pitchFamily="2" charset="2"/>
              <a:buChar char="§"/>
              <a:defRPr sz="1600" kern="1200">
                <a:solidFill>
                  <a:schemeClr val="tx1"/>
                </a:solidFill>
                <a:latin typeface="+mn-lt"/>
                <a:ea typeface="+mn-ea"/>
                <a:cs typeface="+mn-cs"/>
              </a:defRPr>
            </a:lvl9pPr>
          </a:lstStyle>
          <a:p>
            <a:r>
              <a:rPr lang="en-US" sz="1600" dirty="0"/>
              <a:t>-for more info…List location or contact for specification (or other related documents)</a:t>
            </a:r>
          </a:p>
        </p:txBody>
      </p:sp>
      <p:pic>
        <p:nvPicPr>
          <p:cNvPr id="7" name="Content Placeholder 6">
            <a:extLst>
              <a:ext uri="{FF2B5EF4-FFF2-40B4-BE49-F238E27FC236}">
                <a16:creationId xmlns:a16="http://schemas.microsoft.com/office/drawing/2014/main" id="{13BC4F20-73E4-9F59-50FC-832CADDEE91C}"/>
              </a:ext>
            </a:extLst>
          </p:cNvPr>
          <p:cNvPicPr>
            <a:picLocks noGrp="1" noChangeAspect="1"/>
          </p:cNvPicPr>
          <p:nvPr>
            <p:ph idx="1"/>
          </p:nvPr>
        </p:nvPicPr>
        <p:blipFill>
          <a:blip r:embed="rId3"/>
          <a:stretch>
            <a:fillRect/>
          </a:stretch>
        </p:blipFill>
        <p:spPr>
          <a:xfrm>
            <a:off x="1413892" y="1649146"/>
            <a:ext cx="4536504" cy="4156118"/>
          </a:xfrm>
          <a:prstGeom prst="rect">
            <a:avLst/>
          </a:prstGeom>
        </p:spPr>
      </p:pic>
      <p:pic>
        <p:nvPicPr>
          <p:cNvPr id="7172" name="Picture 4">
            <a:extLst>
              <a:ext uri="{FF2B5EF4-FFF2-40B4-BE49-F238E27FC236}">
                <a16:creationId xmlns:a16="http://schemas.microsoft.com/office/drawing/2014/main" id="{8F702719-67B7-4862-9414-23637606AD9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63458" y="958416"/>
            <a:ext cx="5756690" cy="49411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03058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635530-D513-4002-AE9F-9D913D703CC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E39DAC8-E20D-902D-BCD8-4E0894699B46}"/>
              </a:ext>
            </a:extLst>
          </p:cNvPr>
          <p:cNvSpPr>
            <a:spLocks noGrp="1"/>
          </p:cNvSpPr>
          <p:nvPr>
            <p:ph type="title"/>
          </p:nvPr>
        </p:nvSpPr>
        <p:spPr/>
        <p:txBody>
          <a:bodyPr/>
          <a:lstStyle/>
          <a:p>
            <a:r>
              <a:rPr lang="en-US" dirty="0"/>
              <a:t>Data Scaling</a:t>
            </a:r>
          </a:p>
        </p:txBody>
      </p:sp>
      <p:sp>
        <p:nvSpPr>
          <p:cNvPr id="4" name="Content Placeholder 3">
            <a:extLst>
              <a:ext uri="{FF2B5EF4-FFF2-40B4-BE49-F238E27FC236}">
                <a16:creationId xmlns:a16="http://schemas.microsoft.com/office/drawing/2014/main" id="{03AB7D78-B671-7398-91D0-4CC7ABDFB82A}"/>
              </a:ext>
            </a:extLst>
          </p:cNvPr>
          <p:cNvSpPr>
            <a:spLocks noGrp="1"/>
          </p:cNvSpPr>
          <p:nvPr>
            <p:ph idx="1"/>
          </p:nvPr>
        </p:nvSpPr>
        <p:spPr/>
        <p:txBody>
          <a:bodyPr>
            <a:normAutofit/>
          </a:bodyPr>
          <a:lstStyle/>
          <a:p>
            <a:pPr marL="0" indent="0">
              <a:buNone/>
            </a:pPr>
            <a:r>
              <a:rPr lang="en-US" sz="1900" dirty="0"/>
              <a:t>Data preprocessing is one of the most important steps in any machine learning pipeline. Raw data often comes with different scales, units and distributions, which can lead to poor performance of models.</a:t>
            </a:r>
          </a:p>
          <a:p>
            <a:pPr marL="0" indent="0">
              <a:buNone/>
            </a:pPr>
            <a:r>
              <a:rPr lang="en-US" sz="1900" dirty="0"/>
              <a:t>To handle this, feature scaling is applied. We will explore two of the most used scaling techniques provided by </a:t>
            </a:r>
            <a:r>
              <a:rPr lang="en-US" sz="1900" u="sng" dirty="0">
                <a:hlinkClick r:id="rId3"/>
              </a:rPr>
              <a:t>scikit-learn</a:t>
            </a:r>
            <a:r>
              <a:rPr lang="en-US" sz="1900" dirty="0"/>
              <a:t>:</a:t>
            </a:r>
          </a:p>
          <a:p>
            <a:pPr fontAlgn="base"/>
            <a:r>
              <a:rPr lang="en-US" sz="1900" b="1" dirty="0" err="1"/>
              <a:t>StandardScaler</a:t>
            </a:r>
            <a:r>
              <a:rPr lang="en-US" sz="1900" dirty="0"/>
              <a:t>: Standardizes features to zero mean and unit variance.</a:t>
            </a:r>
          </a:p>
          <a:p>
            <a:pPr fontAlgn="base"/>
            <a:r>
              <a:rPr lang="en-US" sz="1900" b="1" dirty="0" err="1"/>
              <a:t>MinMaxScaler</a:t>
            </a:r>
            <a:r>
              <a:rPr lang="en-US" sz="1900" dirty="0"/>
              <a:t>: Rescales features to a specific range (default [0,1]).</a:t>
            </a:r>
          </a:p>
          <a:p>
            <a:pPr marL="0" indent="0">
              <a:buNone/>
            </a:pPr>
            <a:endParaRPr lang="en-IN" sz="1900" dirty="0"/>
          </a:p>
          <a:p>
            <a:pPr marL="0" indent="0">
              <a:buNone/>
            </a:pPr>
            <a:r>
              <a:rPr lang="en-IN" sz="1900" b="1" dirty="0">
                <a:solidFill>
                  <a:srgbClr val="00B050"/>
                </a:solidFill>
              </a:rPr>
              <a:t>In this project we have used </a:t>
            </a:r>
            <a:r>
              <a:rPr lang="en-IN" sz="1900" b="1" dirty="0" err="1">
                <a:solidFill>
                  <a:srgbClr val="00B050"/>
                </a:solidFill>
              </a:rPr>
              <a:t>StandardScaler</a:t>
            </a:r>
            <a:r>
              <a:rPr lang="en-IN" sz="1900" b="1" dirty="0">
                <a:solidFill>
                  <a:srgbClr val="00B050"/>
                </a:solidFill>
              </a:rPr>
              <a:t> [ values varying between -3 to +3]</a:t>
            </a:r>
          </a:p>
        </p:txBody>
      </p:sp>
    </p:spTree>
    <p:extLst>
      <p:ext uri="{BB962C8B-B14F-4D97-AF65-F5344CB8AC3E}">
        <p14:creationId xmlns:p14="http://schemas.microsoft.com/office/powerpoint/2010/main" val="8254473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BB58BA-9008-77CB-2D43-18AB11D337D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430321B-805E-937B-2498-EAD630F3C813}"/>
              </a:ext>
            </a:extLst>
          </p:cNvPr>
          <p:cNvSpPr>
            <a:spLocks noGrp="1"/>
          </p:cNvSpPr>
          <p:nvPr>
            <p:ph type="title"/>
          </p:nvPr>
        </p:nvSpPr>
        <p:spPr/>
        <p:txBody>
          <a:bodyPr/>
          <a:lstStyle/>
          <a:p>
            <a:r>
              <a:rPr lang="en-US" dirty="0"/>
              <a:t>Scaled Data </a:t>
            </a:r>
          </a:p>
        </p:txBody>
      </p:sp>
      <p:pic>
        <p:nvPicPr>
          <p:cNvPr id="7170" name="Picture 2">
            <a:extLst>
              <a:ext uri="{FF2B5EF4-FFF2-40B4-BE49-F238E27FC236}">
                <a16:creationId xmlns:a16="http://schemas.microsoft.com/office/drawing/2014/main" id="{240E104A-80C0-34D2-53B9-92D0EF9115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3812" y="3249288"/>
            <a:ext cx="10722126" cy="27720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0" name="Table 9">
            <a:extLst>
              <a:ext uri="{FF2B5EF4-FFF2-40B4-BE49-F238E27FC236}">
                <a16:creationId xmlns:a16="http://schemas.microsoft.com/office/drawing/2014/main" id="{F40452B1-41D9-5D59-BFE3-3E6EA76A4CF0}"/>
              </a:ext>
            </a:extLst>
          </p:cNvPr>
          <p:cNvGraphicFramePr>
            <a:graphicFrameLocks noGrp="1"/>
          </p:cNvGraphicFramePr>
          <p:nvPr>
            <p:extLst>
              <p:ext uri="{D42A27DB-BD31-4B8C-83A1-F6EECF244321}">
                <p14:modId xmlns:p14="http://schemas.microsoft.com/office/powerpoint/2010/main" val="1874827399"/>
              </p:ext>
            </p:extLst>
          </p:nvPr>
        </p:nvGraphicFramePr>
        <p:xfrm>
          <a:off x="837828" y="1870932"/>
          <a:ext cx="10905232" cy="1234623"/>
        </p:xfrm>
        <a:graphic>
          <a:graphicData uri="http://schemas.openxmlformats.org/drawingml/2006/table">
            <a:tbl>
              <a:tblPr/>
              <a:tblGrid>
                <a:gridCol w="510577">
                  <a:extLst>
                    <a:ext uri="{9D8B030D-6E8A-4147-A177-3AD203B41FA5}">
                      <a16:colId xmlns:a16="http://schemas.microsoft.com/office/drawing/2014/main" val="1650123897"/>
                    </a:ext>
                  </a:extLst>
                </a:gridCol>
                <a:gridCol w="510577">
                  <a:extLst>
                    <a:ext uri="{9D8B030D-6E8A-4147-A177-3AD203B41FA5}">
                      <a16:colId xmlns:a16="http://schemas.microsoft.com/office/drawing/2014/main" val="2861510658"/>
                    </a:ext>
                  </a:extLst>
                </a:gridCol>
                <a:gridCol w="510577">
                  <a:extLst>
                    <a:ext uri="{9D8B030D-6E8A-4147-A177-3AD203B41FA5}">
                      <a16:colId xmlns:a16="http://schemas.microsoft.com/office/drawing/2014/main" val="2975173629"/>
                    </a:ext>
                  </a:extLst>
                </a:gridCol>
                <a:gridCol w="510577">
                  <a:extLst>
                    <a:ext uri="{9D8B030D-6E8A-4147-A177-3AD203B41FA5}">
                      <a16:colId xmlns:a16="http://schemas.microsoft.com/office/drawing/2014/main" val="3069821173"/>
                    </a:ext>
                  </a:extLst>
                </a:gridCol>
                <a:gridCol w="510577">
                  <a:extLst>
                    <a:ext uri="{9D8B030D-6E8A-4147-A177-3AD203B41FA5}">
                      <a16:colId xmlns:a16="http://schemas.microsoft.com/office/drawing/2014/main" val="2055430466"/>
                    </a:ext>
                  </a:extLst>
                </a:gridCol>
                <a:gridCol w="510577">
                  <a:extLst>
                    <a:ext uri="{9D8B030D-6E8A-4147-A177-3AD203B41FA5}">
                      <a16:colId xmlns:a16="http://schemas.microsoft.com/office/drawing/2014/main" val="1506193181"/>
                    </a:ext>
                  </a:extLst>
                </a:gridCol>
                <a:gridCol w="510577">
                  <a:extLst>
                    <a:ext uri="{9D8B030D-6E8A-4147-A177-3AD203B41FA5}">
                      <a16:colId xmlns:a16="http://schemas.microsoft.com/office/drawing/2014/main" val="2032992972"/>
                    </a:ext>
                  </a:extLst>
                </a:gridCol>
                <a:gridCol w="540000">
                  <a:extLst>
                    <a:ext uri="{9D8B030D-6E8A-4147-A177-3AD203B41FA5}">
                      <a16:colId xmlns:a16="http://schemas.microsoft.com/office/drawing/2014/main" val="1460394191"/>
                    </a:ext>
                  </a:extLst>
                </a:gridCol>
                <a:gridCol w="510577">
                  <a:extLst>
                    <a:ext uri="{9D8B030D-6E8A-4147-A177-3AD203B41FA5}">
                      <a16:colId xmlns:a16="http://schemas.microsoft.com/office/drawing/2014/main" val="1260244160"/>
                    </a:ext>
                  </a:extLst>
                </a:gridCol>
                <a:gridCol w="510577">
                  <a:extLst>
                    <a:ext uri="{9D8B030D-6E8A-4147-A177-3AD203B41FA5}">
                      <a16:colId xmlns:a16="http://schemas.microsoft.com/office/drawing/2014/main" val="3805627932"/>
                    </a:ext>
                  </a:extLst>
                </a:gridCol>
                <a:gridCol w="510577">
                  <a:extLst>
                    <a:ext uri="{9D8B030D-6E8A-4147-A177-3AD203B41FA5}">
                      <a16:colId xmlns:a16="http://schemas.microsoft.com/office/drawing/2014/main" val="1712784845"/>
                    </a:ext>
                  </a:extLst>
                </a:gridCol>
                <a:gridCol w="576000">
                  <a:extLst>
                    <a:ext uri="{9D8B030D-6E8A-4147-A177-3AD203B41FA5}">
                      <a16:colId xmlns:a16="http://schemas.microsoft.com/office/drawing/2014/main" val="1248813330"/>
                    </a:ext>
                  </a:extLst>
                </a:gridCol>
                <a:gridCol w="510577">
                  <a:extLst>
                    <a:ext uri="{9D8B030D-6E8A-4147-A177-3AD203B41FA5}">
                      <a16:colId xmlns:a16="http://schemas.microsoft.com/office/drawing/2014/main" val="1552440992"/>
                    </a:ext>
                  </a:extLst>
                </a:gridCol>
                <a:gridCol w="510577">
                  <a:extLst>
                    <a:ext uri="{9D8B030D-6E8A-4147-A177-3AD203B41FA5}">
                      <a16:colId xmlns:a16="http://schemas.microsoft.com/office/drawing/2014/main" val="669651730"/>
                    </a:ext>
                  </a:extLst>
                </a:gridCol>
                <a:gridCol w="540000">
                  <a:extLst>
                    <a:ext uri="{9D8B030D-6E8A-4147-A177-3AD203B41FA5}">
                      <a16:colId xmlns:a16="http://schemas.microsoft.com/office/drawing/2014/main" val="2482812390"/>
                    </a:ext>
                  </a:extLst>
                </a:gridCol>
                <a:gridCol w="540000">
                  <a:extLst>
                    <a:ext uri="{9D8B030D-6E8A-4147-A177-3AD203B41FA5}">
                      <a16:colId xmlns:a16="http://schemas.microsoft.com/office/drawing/2014/main" val="3031430213"/>
                    </a:ext>
                  </a:extLst>
                </a:gridCol>
                <a:gridCol w="540000">
                  <a:extLst>
                    <a:ext uri="{9D8B030D-6E8A-4147-A177-3AD203B41FA5}">
                      <a16:colId xmlns:a16="http://schemas.microsoft.com/office/drawing/2014/main" val="2684211158"/>
                    </a:ext>
                  </a:extLst>
                </a:gridCol>
                <a:gridCol w="510577">
                  <a:extLst>
                    <a:ext uri="{9D8B030D-6E8A-4147-A177-3AD203B41FA5}">
                      <a16:colId xmlns:a16="http://schemas.microsoft.com/office/drawing/2014/main" val="2367180073"/>
                    </a:ext>
                  </a:extLst>
                </a:gridCol>
                <a:gridCol w="510577">
                  <a:extLst>
                    <a:ext uri="{9D8B030D-6E8A-4147-A177-3AD203B41FA5}">
                      <a16:colId xmlns:a16="http://schemas.microsoft.com/office/drawing/2014/main" val="2123472862"/>
                    </a:ext>
                  </a:extLst>
                </a:gridCol>
                <a:gridCol w="510577">
                  <a:extLst>
                    <a:ext uri="{9D8B030D-6E8A-4147-A177-3AD203B41FA5}">
                      <a16:colId xmlns:a16="http://schemas.microsoft.com/office/drawing/2014/main" val="2242665604"/>
                    </a:ext>
                  </a:extLst>
                </a:gridCol>
                <a:gridCol w="510577">
                  <a:extLst>
                    <a:ext uri="{9D8B030D-6E8A-4147-A177-3AD203B41FA5}">
                      <a16:colId xmlns:a16="http://schemas.microsoft.com/office/drawing/2014/main" val="2923390374"/>
                    </a:ext>
                  </a:extLst>
                </a:gridCol>
              </a:tblGrid>
              <a:tr h="526143">
                <a:tc>
                  <a:txBody>
                    <a:bodyPr/>
                    <a:lstStyle/>
                    <a:p>
                      <a:pPr algn="ctr" fontAlgn="ctr">
                        <a:buNone/>
                      </a:pPr>
                      <a:r>
                        <a:rPr lang="en-IN" sz="900" b="1" i="0" u="none" strike="noStrike">
                          <a:solidFill>
                            <a:srgbClr val="000000"/>
                          </a:solidFill>
                          <a:effectLst/>
                          <a:latin typeface="+mj-lt"/>
                        </a:rPr>
                        <a:t> </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1" i="0" u="none" strike="noStrike" dirty="0">
                          <a:solidFill>
                            <a:srgbClr val="000000"/>
                          </a:solidFill>
                          <a:effectLst/>
                          <a:latin typeface="+mj-lt"/>
                        </a:rPr>
                        <a:t>Birth Rate</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1" i="0" u="none" strike="noStrike">
                          <a:solidFill>
                            <a:srgbClr val="000000"/>
                          </a:solidFill>
                          <a:effectLst/>
                          <a:latin typeface="+mj-lt"/>
                        </a:rPr>
                        <a:t>CO2 Emissions</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1" i="0" u="none" strike="noStrike">
                          <a:solidFill>
                            <a:srgbClr val="000000"/>
                          </a:solidFill>
                          <a:effectLst/>
                          <a:latin typeface="+mj-lt"/>
                        </a:rPr>
                        <a:t>Days to Start Business</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1" i="0" u="none" strike="noStrike">
                          <a:solidFill>
                            <a:srgbClr val="000000"/>
                          </a:solidFill>
                          <a:effectLst/>
                          <a:latin typeface="+mj-lt"/>
                        </a:rPr>
                        <a:t>Energy Usage</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1" i="0" u="none" strike="noStrike">
                          <a:solidFill>
                            <a:srgbClr val="000000"/>
                          </a:solidFill>
                          <a:effectLst/>
                          <a:latin typeface="+mj-lt"/>
                        </a:rPr>
                        <a:t>GDP</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1" i="0" u="none" strike="noStrike">
                          <a:solidFill>
                            <a:srgbClr val="000000"/>
                          </a:solidFill>
                          <a:effectLst/>
                          <a:latin typeface="+mj-lt"/>
                        </a:rPr>
                        <a:t>Health Exp % GDP</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1" i="0" u="none" strike="noStrike" dirty="0">
                          <a:solidFill>
                            <a:srgbClr val="000000"/>
                          </a:solidFill>
                          <a:effectLst/>
                          <a:latin typeface="+mj-lt"/>
                        </a:rPr>
                        <a:t>Health Exp/Capita</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1" i="0" u="none" strike="noStrike">
                          <a:solidFill>
                            <a:srgbClr val="000000"/>
                          </a:solidFill>
                          <a:effectLst/>
                          <a:latin typeface="+mj-lt"/>
                        </a:rPr>
                        <a:t>Infant Mortality Rate</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1" i="0" u="none" strike="noStrike">
                          <a:solidFill>
                            <a:srgbClr val="000000"/>
                          </a:solidFill>
                          <a:effectLst/>
                          <a:latin typeface="+mj-lt"/>
                        </a:rPr>
                        <a:t>Internet Usage</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1" i="0" u="none" strike="noStrike">
                          <a:solidFill>
                            <a:srgbClr val="000000"/>
                          </a:solidFill>
                          <a:effectLst/>
                          <a:latin typeface="+mj-lt"/>
                        </a:rPr>
                        <a:t>Lending Interest</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1" i="0" u="none" strike="noStrike" dirty="0">
                          <a:solidFill>
                            <a:srgbClr val="000000"/>
                          </a:solidFill>
                          <a:effectLst/>
                          <a:latin typeface="+mj-lt"/>
                        </a:rPr>
                        <a:t>Life Expectancy Female</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1" i="0" u="none" strike="noStrike">
                          <a:solidFill>
                            <a:srgbClr val="000000"/>
                          </a:solidFill>
                          <a:effectLst/>
                          <a:latin typeface="+mj-lt"/>
                        </a:rPr>
                        <a:t>Life Expectancy Male</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1" i="0" u="none" strike="noStrike">
                          <a:solidFill>
                            <a:srgbClr val="000000"/>
                          </a:solidFill>
                          <a:effectLst/>
                          <a:latin typeface="+mj-lt"/>
                        </a:rPr>
                        <a:t>Mobile Phone Usage</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1" i="0" u="none" strike="noStrike" dirty="0">
                          <a:solidFill>
                            <a:srgbClr val="000000"/>
                          </a:solidFill>
                          <a:effectLst/>
                          <a:latin typeface="+mj-lt"/>
                        </a:rPr>
                        <a:t>Population 0-14</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1" i="0" u="none" strike="noStrike" dirty="0">
                          <a:solidFill>
                            <a:srgbClr val="000000"/>
                          </a:solidFill>
                          <a:effectLst/>
                          <a:latin typeface="+mj-lt"/>
                        </a:rPr>
                        <a:t>Population 15-64</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1" i="0" u="none" strike="noStrike" dirty="0">
                          <a:solidFill>
                            <a:srgbClr val="000000"/>
                          </a:solidFill>
                          <a:effectLst/>
                          <a:latin typeface="+mj-lt"/>
                        </a:rPr>
                        <a:t>Population 65+</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1" i="0" u="none" strike="noStrike">
                          <a:solidFill>
                            <a:srgbClr val="000000"/>
                          </a:solidFill>
                          <a:effectLst/>
                          <a:latin typeface="+mj-lt"/>
                        </a:rPr>
                        <a:t>Population Total</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1" i="0" u="none" strike="noStrike">
                          <a:solidFill>
                            <a:srgbClr val="000000"/>
                          </a:solidFill>
                          <a:effectLst/>
                          <a:latin typeface="+mj-lt"/>
                        </a:rPr>
                        <a:t>Population Urban</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1" i="0" u="none" strike="noStrike">
                          <a:solidFill>
                            <a:srgbClr val="000000"/>
                          </a:solidFill>
                          <a:effectLst/>
                          <a:latin typeface="+mj-lt"/>
                        </a:rPr>
                        <a:t>Tourism Inbound</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1" i="0" u="none" strike="noStrike">
                          <a:solidFill>
                            <a:srgbClr val="000000"/>
                          </a:solidFill>
                          <a:effectLst/>
                          <a:latin typeface="+mj-lt"/>
                        </a:rPr>
                        <a:t>Tourism Outbound</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50590128"/>
                  </a:ext>
                </a:extLst>
              </a:tr>
              <a:tr h="131536">
                <a:tc>
                  <a:txBody>
                    <a:bodyPr/>
                    <a:lstStyle/>
                    <a:p>
                      <a:pPr algn="ctr" fontAlgn="ctr">
                        <a:buNone/>
                      </a:pPr>
                      <a:r>
                        <a:rPr lang="en-IN" sz="900" b="1" i="0" u="none" strike="noStrike">
                          <a:solidFill>
                            <a:srgbClr val="000000"/>
                          </a:solidFill>
                          <a:effectLst/>
                          <a:latin typeface="+mj-lt"/>
                        </a:rPr>
                        <a:t>0</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a:solidFill>
                            <a:srgbClr val="000000"/>
                          </a:solidFill>
                          <a:effectLst/>
                          <a:latin typeface="+mj-lt"/>
                        </a:rPr>
                        <a:t>-0.23</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a:solidFill>
                            <a:srgbClr val="000000"/>
                          </a:solidFill>
                          <a:effectLst/>
                          <a:latin typeface="+mj-lt"/>
                        </a:rPr>
                        <a:t>1.66</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dirty="0">
                          <a:solidFill>
                            <a:srgbClr val="000000"/>
                          </a:solidFill>
                          <a:effectLst/>
                          <a:latin typeface="+mj-lt"/>
                        </a:rPr>
                        <a:t>-0.15</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a:solidFill>
                            <a:srgbClr val="000000"/>
                          </a:solidFill>
                          <a:effectLst/>
                          <a:latin typeface="+mj-lt"/>
                        </a:rPr>
                        <a:t>0.59</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a:solidFill>
                            <a:srgbClr val="000000"/>
                          </a:solidFill>
                          <a:effectLst/>
                          <a:latin typeface="+mj-lt"/>
                        </a:rPr>
                        <a:t>-0.06</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a:solidFill>
                            <a:srgbClr val="000000"/>
                          </a:solidFill>
                          <a:effectLst/>
                          <a:latin typeface="+mj-lt"/>
                        </a:rPr>
                        <a:t>-1.27</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dirty="0">
                          <a:solidFill>
                            <a:srgbClr val="000000"/>
                          </a:solidFill>
                          <a:effectLst/>
                          <a:latin typeface="+mj-lt"/>
                        </a:rPr>
                        <a:t>-0.75</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a:solidFill>
                            <a:srgbClr val="000000"/>
                          </a:solidFill>
                          <a:effectLst/>
                          <a:latin typeface="+mj-lt"/>
                        </a:rPr>
                        <a:t>0.09</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a:solidFill>
                            <a:srgbClr val="000000"/>
                          </a:solidFill>
                          <a:effectLst/>
                          <a:latin typeface="+mj-lt"/>
                        </a:rPr>
                        <a:t>-0.91</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a:solidFill>
                            <a:srgbClr val="000000"/>
                          </a:solidFill>
                          <a:effectLst/>
                          <a:latin typeface="+mj-lt"/>
                        </a:rPr>
                        <a:t>-0.53</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a:solidFill>
                            <a:srgbClr val="000000"/>
                          </a:solidFill>
                          <a:effectLst/>
                          <a:latin typeface="+mj-lt"/>
                        </a:rPr>
                        <a:t>-0.03</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a:solidFill>
                            <a:srgbClr val="000000"/>
                          </a:solidFill>
                          <a:effectLst/>
                          <a:latin typeface="+mj-lt"/>
                        </a:rPr>
                        <a:t>0.04</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a:solidFill>
                            <a:srgbClr val="000000"/>
                          </a:solidFill>
                          <a:effectLst/>
                          <a:latin typeface="+mj-lt"/>
                        </a:rPr>
                        <a:t>-1.25</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a:solidFill>
                            <a:srgbClr val="000000"/>
                          </a:solidFill>
                          <a:effectLst/>
                          <a:latin typeface="+mj-lt"/>
                        </a:rPr>
                        <a:t>0.38</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a:solidFill>
                            <a:srgbClr val="000000"/>
                          </a:solidFill>
                          <a:effectLst/>
                          <a:latin typeface="+mj-lt"/>
                        </a:rPr>
                        <a:t>-0.09</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a:solidFill>
                            <a:srgbClr val="000000"/>
                          </a:solidFill>
                          <a:effectLst/>
                          <a:latin typeface="+mj-lt"/>
                        </a:rPr>
                        <a:t>-0.68</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a:solidFill>
                            <a:srgbClr val="000000"/>
                          </a:solidFill>
                          <a:effectLst/>
                          <a:latin typeface="+mj-lt"/>
                        </a:rPr>
                        <a:t>1.09</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a:solidFill>
                            <a:srgbClr val="000000"/>
                          </a:solidFill>
                          <a:effectLst/>
                          <a:latin typeface="+mj-lt"/>
                        </a:rPr>
                        <a:t>0.15</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a:solidFill>
                            <a:srgbClr val="000000"/>
                          </a:solidFill>
                          <a:effectLst/>
                          <a:latin typeface="+mj-lt"/>
                        </a:rPr>
                        <a:t>-0.75</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a:solidFill>
                            <a:srgbClr val="000000"/>
                          </a:solidFill>
                          <a:effectLst/>
                          <a:latin typeface="+mj-lt"/>
                        </a:rPr>
                        <a:t>-0.67</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91363895"/>
                  </a:ext>
                </a:extLst>
              </a:tr>
              <a:tr h="131536">
                <a:tc>
                  <a:txBody>
                    <a:bodyPr/>
                    <a:lstStyle/>
                    <a:p>
                      <a:pPr algn="ctr" fontAlgn="ctr">
                        <a:buNone/>
                      </a:pPr>
                      <a:r>
                        <a:rPr lang="en-IN" sz="900" b="1" i="0" u="none" strike="noStrike">
                          <a:solidFill>
                            <a:srgbClr val="000000"/>
                          </a:solidFill>
                          <a:effectLst/>
                          <a:latin typeface="+mj-lt"/>
                        </a:rPr>
                        <a:t>1</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a:solidFill>
                            <a:srgbClr val="000000"/>
                          </a:solidFill>
                          <a:effectLst/>
                          <a:latin typeface="+mj-lt"/>
                        </a:rPr>
                        <a:t>2.47</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a:solidFill>
                            <a:srgbClr val="000000"/>
                          </a:solidFill>
                          <a:effectLst/>
                          <a:latin typeface="+mj-lt"/>
                        </a:rPr>
                        <a:t>-0.49</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a:solidFill>
                            <a:srgbClr val="000000"/>
                          </a:solidFill>
                          <a:effectLst/>
                          <a:latin typeface="+mj-lt"/>
                        </a:rPr>
                        <a:t>-0.15</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dirty="0">
                          <a:solidFill>
                            <a:srgbClr val="000000"/>
                          </a:solidFill>
                          <a:effectLst/>
                          <a:latin typeface="+mj-lt"/>
                        </a:rPr>
                        <a:t>-0.73</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a:solidFill>
                            <a:srgbClr val="000000"/>
                          </a:solidFill>
                          <a:effectLst/>
                          <a:latin typeface="+mj-lt"/>
                        </a:rPr>
                        <a:t>-0.62</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a:solidFill>
                            <a:srgbClr val="000000"/>
                          </a:solidFill>
                          <a:effectLst/>
                          <a:latin typeface="+mj-lt"/>
                        </a:rPr>
                        <a:t>-1.31</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dirty="0">
                          <a:solidFill>
                            <a:srgbClr val="000000"/>
                          </a:solidFill>
                          <a:effectLst/>
                          <a:latin typeface="+mj-lt"/>
                        </a:rPr>
                        <a:t>-0.83</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a:solidFill>
                            <a:srgbClr val="000000"/>
                          </a:solidFill>
                          <a:effectLst/>
                          <a:latin typeface="+mj-lt"/>
                        </a:rPr>
                        <a:t>2.70</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a:solidFill>
                            <a:srgbClr val="000000"/>
                          </a:solidFill>
                          <a:effectLst/>
                          <a:latin typeface="+mj-lt"/>
                        </a:rPr>
                        <a:t>-0.91</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a:solidFill>
                            <a:srgbClr val="000000"/>
                          </a:solidFill>
                          <a:effectLst/>
                          <a:latin typeface="+mj-lt"/>
                        </a:rPr>
                        <a:t>2.07</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a:solidFill>
                            <a:srgbClr val="000000"/>
                          </a:solidFill>
                          <a:effectLst/>
                          <a:latin typeface="+mj-lt"/>
                        </a:rPr>
                        <a:t>-2.33</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a:solidFill>
                            <a:srgbClr val="000000"/>
                          </a:solidFill>
                          <a:effectLst/>
                          <a:latin typeface="+mj-lt"/>
                        </a:rPr>
                        <a:t>-2.47</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a:solidFill>
                            <a:srgbClr val="000000"/>
                          </a:solidFill>
                          <a:effectLst/>
                          <a:latin typeface="+mj-lt"/>
                        </a:rPr>
                        <a:t>-1.25</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a:solidFill>
                            <a:srgbClr val="000000"/>
                          </a:solidFill>
                          <a:effectLst/>
                          <a:latin typeface="+mj-lt"/>
                        </a:rPr>
                        <a:t>1.70</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a:solidFill>
                            <a:srgbClr val="000000"/>
                          </a:solidFill>
                          <a:effectLst/>
                          <a:latin typeface="+mj-lt"/>
                        </a:rPr>
                        <a:t>-1.89</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a:solidFill>
                            <a:srgbClr val="000000"/>
                          </a:solidFill>
                          <a:effectLst/>
                          <a:latin typeface="+mj-lt"/>
                        </a:rPr>
                        <a:t>-0.98</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a:solidFill>
                            <a:srgbClr val="000000"/>
                          </a:solidFill>
                          <a:effectLst/>
                          <a:latin typeface="+mj-lt"/>
                        </a:rPr>
                        <a:t>0.02</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a:solidFill>
                            <a:srgbClr val="000000"/>
                          </a:solidFill>
                          <a:effectLst/>
                          <a:latin typeface="+mj-lt"/>
                        </a:rPr>
                        <a:t>-0.98</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a:solidFill>
                            <a:srgbClr val="000000"/>
                          </a:solidFill>
                          <a:effectLst/>
                          <a:latin typeface="+mj-lt"/>
                        </a:rPr>
                        <a:t>-0.78</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a:solidFill>
                            <a:srgbClr val="000000"/>
                          </a:solidFill>
                          <a:effectLst/>
                          <a:latin typeface="+mj-lt"/>
                        </a:rPr>
                        <a:t>-0.70</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428471"/>
                  </a:ext>
                </a:extLst>
              </a:tr>
              <a:tr h="131536">
                <a:tc>
                  <a:txBody>
                    <a:bodyPr/>
                    <a:lstStyle/>
                    <a:p>
                      <a:pPr algn="ctr" fontAlgn="ctr">
                        <a:buNone/>
                      </a:pPr>
                      <a:r>
                        <a:rPr lang="en-IN" sz="900" b="1" i="0" u="none" strike="noStrike">
                          <a:solidFill>
                            <a:srgbClr val="000000"/>
                          </a:solidFill>
                          <a:effectLst/>
                          <a:latin typeface="+mj-lt"/>
                        </a:rPr>
                        <a:t>2</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a:solidFill>
                            <a:srgbClr val="000000"/>
                          </a:solidFill>
                          <a:effectLst/>
                          <a:latin typeface="+mj-lt"/>
                        </a:rPr>
                        <a:t>1.84</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a:solidFill>
                            <a:srgbClr val="000000"/>
                          </a:solidFill>
                          <a:effectLst/>
                          <a:latin typeface="+mj-lt"/>
                        </a:rPr>
                        <a:t>-0.70</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a:solidFill>
                            <a:srgbClr val="000000"/>
                          </a:solidFill>
                          <a:effectLst/>
                          <a:latin typeface="+mj-lt"/>
                        </a:rPr>
                        <a:t>-0.15</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a:solidFill>
                            <a:srgbClr val="000000"/>
                          </a:solidFill>
                          <a:effectLst/>
                          <a:latin typeface="+mj-lt"/>
                        </a:rPr>
                        <a:t>-1.10</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dirty="0">
                          <a:solidFill>
                            <a:srgbClr val="000000"/>
                          </a:solidFill>
                          <a:effectLst/>
                          <a:latin typeface="+mj-lt"/>
                        </a:rPr>
                        <a:t>-0.70</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a:solidFill>
                            <a:srgbClr val="000000"/>
                          </a:solidFill>
                          <a:effectLst/>
                          <a:latin typeface="+mj-lt"/>
                        </a:rPr>
                        <a:t>-0.90</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dirty="0">
                          <a:solidFill>
                            <a:srgbClr val="000000"/>
                          </a:solidFill>
                          <a:effectLst/>
                          <a:latin typeface="+mj-lt"/>
                        </a:rPr>
                        <a:t>-0.85</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a:solidFill>
                            <a:srgbClr val="000000"/>
                          </a:solidFill>
                          <a:effectLst/>
                          <a:latin typeface="+mj-lt"/>
                        </a:rPr>
                        <a:t>2.08</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a:solidFill>
                            <a:srgbClr val="000000"/>
                          </a:solidFill>
                          <a:effectLst/>
                          <a:latin typeface="+mj-lt"/>
                        </a:rPr>
                        <a:t>-0.91</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a:solidFill>
                            <a:srgbClr val="000000"/>
                          </a:solidFill>
                          <a:effectLst/>
                          <a:latin typeface="+mj-lt"/>
                        </a:rPr>
                        <a:t>-0.12</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a:solidFill>
                            <a:srgbClr val="000000"/>
                          </a:solidFill>
                          <a:effectLst/>
                          <a:latin typeface="+mj-lt"/>
                        </a:rPr>
                        <a:t>-1.38</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a:solidFill>
                            <a:srgbClr val="000000"/>
                          </a:solidFill>
                          <a:effectLst/>
                          <a:latin typeface="+mj-lt"/>
                        </a:rPr>
                        <a:t>-1.49</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a:solidFill>
                            <a:srgbClr val="000000"/>
                          </a:solidFill>
                          <a:effectLst/>
                          <a:latin typeface="+mj-lt"/>
                        </a:rPr>
                        <a:t>-1.25</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a:solidFill>
                            <a:srgbClr val="000000"/>
                          </a:solidFill>
                          <a:effectLst/>
                          <a:latin typeface="+mj-lt"/>
                        </a:rPr>
                        <a:t>1.48</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a:solidFill>
                            <a:srgbClr val="000000"/>
                          </a:solidFill>
                          <a:effectLst/>
                          <a:latin typeface="+mj-lt"/>
                        </a:rPr>
                        <a:t>-1.62</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dirty="0">
                          <a:solidFill>
                            <a:srgbClr val="000000"/>
                          </a:solidFill>
                          <a:effectLst/>
                          <a:latin typeface="+mj-lt"/>
                        </a:rPr>
                        <a:t>-0.89</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dirty="0">
                          <a:solidFill>
                            <a:srgbClr val="000000"/>
                          </a:solidFill>
                          <a:effectLst/>
                          <a:latin typeface="+mj-lt"/>
                        </a:rPr>
                        <a:t>-0.40</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dirty="0">
                          <a:solidFill>
                            <a:srgbClr val="000000"/>
                          </a:solidFill>
                          <a:effectLst/>
                          <a:latin typeface="+mj-lt"/>
                        </a:rPr>
                        <a:t>-0.74</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a:solidFill>
                            <a:srgbClr val="000000"/>
                          </a:solidFill>
                          <a:effectLst/>
                          <a:latin typeface="+mj-lt"/>
                        </a:rPr>
                        <a:t>-0.77</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a:solidFill>
                            <a:srgbClr val="000000"/>
                          </a:solidFill>
                          <a:effectLst/>
                          <a:latin typeface="+mj-lt"/>
                        </a:rPr>
                        <a:t>-0.77</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76704121"/>
                  </a:ext>
                </a:extLst>
              </a:tr>
              <a:tr h="131536">
                <a:tc>
                  <a:txBody>
                    <a:bodyPr/>
                    <a:lstStyle/>
                    <a:p>
                      <a:pPr algn="ctr" fontAlgn="ctr">
                        <a:buNone/>
                      </a:pPr>
                      <a:r>
                        <a:rPr lang="en-IN" sz="900" b="1" i="0" u="none" strike="noStrike">
                          <a:solidFill>
                            <a:srgbClr val="000000"/>
                          </a:solidFill>
                          <a:effectLst/>
                          <a:latin typeface="+mj-lt"/>
                        </a:rPr>
                        <a:t>3</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a:solidFill>
                            <a:srgbClr val="000000"/>
                          </a:solidFill>
                          <a:effectLst/>
                          <a:latin typeface="+mj-lt"/>
                        </a:rPr>
                        <a:t>0.40</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a:solidFill>
                            <a:srgbClr val="000000"/>
                          </a:solidFill>
                          <a:effectLst/>
                          <a:latin typeface="+mj-lt"/>
                        </a:rPr>
                        <a:t>-0.63</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a:solidFill>
                            <a:srgbClr val="000000"/>
                          </a:solidFill>
                          <a:effectLst/>
                          <a:latin typeface="+mj-lt"/>
                        </a:rPr>
                        <a:t>-0.15</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a:solidFill>
                            <a:srgbClr val="000000"/>
                          </a:solidFill>
                          <a:effectLst/>
                          <a:latin typeface="+mj-lt"/>
                        </a:rPr>
                        <a:t>-1.11</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dirty="0">
                          <a:solidFill>
                            <a:srgbClr val="000000"/>
                          </a:solidFill>
                          <a:effectLst/>
                          <a:latin typeface="+mj-lt"/>
                        </a:rPr>
                        <a:t>-0.66</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dirty="0">
                          <a:solidFill>
                            <a:srgbClr val="000000"/>
                          </a:solidFill>
                          <a:effectLst/>
                          <a:latin typeface="+mj-lt"/>
                        </a:rPr>
                        <a:t>-0.72</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dirty="0">
                          <a:solidFill>
                            <a:srgbClr val="000000"/>
                          </a:solidFill>
                          <a:effectLst/>
                          <a:latin typeface="+mj-lt"/>
                        </a:rPr>
                        <a:t>-0.54</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a:solidFill>
                            <a:srgbClr val="000000"/>
                          </a:solidFill>
                          <a:effectLst/>
                          <a:latin typeface="+mj-lt"/>
                        </a:rPr>
                        <a:t>0.80</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dirty="0">
                          <a:solidFill>
                            <a:srgbClr val="000000"/>
                          </a:solidFill>
                          <a:effectLst/>
                          <a:latin typeface="+mj-lt"/>
                        </a:rPr>
                        <a:t>-0.91</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dirty="0">
                          <a:solidFill>
                            <a:srgbClr val="000000"/>
                          </a:solidFill>
                          <a:effectLst/>
                          <a:latin typeface="+mj-lt"/>
                        </a:rPr>
                        <a:t>0.60</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a:solidFill>
                            <a:srgbClr val="000000"/>
                          </a:solidFill>
                          <a:effectLst/>
                          <a:latin typeface="+mj-lt"/>
                        </a:rPr>
                        <a:t>-1.86</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a:solidFill>
                            <a:srgbClr val="000000"/>
                          </a:solidFill>
                          <a:effectLst/>
                          <a:latin typeface="+mj-lt"/>
                        </a:rPr>
                        <a:t>-1.93</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a:solidFill>
                            <a:srgbClr val="000000"/>
                          </a:solidFill>
                          <a:effectLst/>
                          <a:latin typeface="+mj-lt"/>
                        </a:rPr>
                        <a:t>-1.03</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a:solidFill>
                            <a:srgbClr val="000000"/>
                          </a:solidFill>
                          <a:effectLst/>
                          <a:latin typeface="+mj-lt"/>
                        </a:rPr>
                        <a:t>0.79</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a:solidFill>
                            <a:srgbClr val="000000"/>
                          </a:solidFill>
                          <a:effectLst/>
                          <a:latin typeface="+mj-lt"/>
                        </a:rPr>
                        <a:t>-0.57</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a:solidFill>
                            <a:srgbClr val="000000"/>
                          </a:solidFill>
                          <a:effectLst/>
                          <a:latin typeface="+mj-lt"/>
                        </a:rPr>
                        <a:t>-0.89</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a:solidFill>
                            <a:srgbClr val="000000"/>
                          </a:solidFill>
                          <a:effectLst/>
                          <a:latin typeface="+mj-lt"/>
                        </a:rPr>
                        <a:t>-0.71</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dirty="0">
                          <a:solidFill>
                            <a:srgbClr val="000000"/>
                          </a:solidFill>
                          <a:effectLst/>
                          <a:latin typeface="+mj-lt"/>
                        </a:rPr>
                        <a:t>-0.13</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dirty="0">
                          <a:solidFill>
                            <a:srgbClr val="000000"/>
                          </a:solidFill>
                          <a:effectLst/>
                          <a:latin typeface="+mj-lt"/>
                        </a:rPr>
                        <a:t>-0.70</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dirty="0">
                          <a:solidFill>
                            <a:srgbClr val="000000"/>
                          </a:solidFill>
                          <a:effectLst/>
                          <a:latin typeface="+mj-lt"/>
                        </a:rPr>
                        <a:t>-0.66</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13953769"/>
                  </a:ext>
                </a:extLst>
              </a:tr>
              <a:tr h="131536">
                <a:tc>
                  <a:txBody>
                    <a:bodyPr/>
                    <a:lstStyle/>
                    <a:p>
                      <a:pPr algn="ctr" fontAlgn="ctr">
                        <a:buNone/>
                      </a:pPr>
                      <a:r>
                        <a:rPr lang="en-IN" sz="900" b="1" i="0" u="none" strike="noStrike">
                          <a:solidFill>
                            <a:srgbClr val="000000"/>
                          </a:solidFill>
                          <a:effectLst/>
                          <a:latin typeface="+mj-lt"/>
                        </a:rPr>
                        <a:t>4</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a:solidFill>
                            <a:srgbClr val="000000"/>
                          </a:solidFill>
                          <a:effectLst/>
                          <a:latin typeface="+mj-lt"/>
                        </a:rPr>
                        <a:t>2.11</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a:solidFill>
                            <a:srgbClr val="000000"/>
                          </a:solidFill>
                          <a:effectLst/>
                          <a:latin typeface="+mj-lt"/>
                        </a:rPr>
                        <a:t>-0.72</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a:solidFill>
                            <a:srgbClr val="000000"/>
                          </a:solidFill>
                          <a:effectLst/>
                          <a:latin typeface="+mj-lt"/>
                        </a:rPr>
                        <a:t>-0.15</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a:solidFill>
                            <a:srgbClr val="000000"/>
                          </a:solidFill>
                          <a:effectLst/>
                          <a:latin typeface="+mj-lt"/>
                        </a:rPr>
                        <a:t>-0.27</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a:solidFill>
                            <a:srgbClr val="000000"/>
                          </a:solidFill>
                          <a:effectLst/>
                          <a:latin typeface="+mj-lt"/>
                        </a:rPr>
                        <a:t>-0.70</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a:solidFill>
                            <a:srgbClr val="000000"/>
                          </a:solidFill>
                          <a:effectLst/>
                          <a:latin typeface="+mj-lt"/>
                        </a:rPr>
                        <a:t>-0.54</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dirty="0">
                          <a:solidFill>
                            <a:srgbClr val="000000"/>
                          </a:solidFill>
                          <a:effectLst/>
                          <a:latin typeface="+mj-lt"/>
                        </a:rPr>
                        <a:t>-0.85</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a:solidFill>
                            <a:srgbClr val="000000"/>
                          </a:solidFill>
                          <a:effectLst/>
                          <a:latin typeface="+mj-lt"/>
                        </a:rPr>
                        <a:t>2.29</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a:solidFill>
                            <a:srgbClr val="000000"/>
                          </a:solidFill>
                          <a:effectLst/>
                          <a:latin typeface="+mj-lt"/>
                        </a:rPr>
                        <a:t>-0.91</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a:solidFill>
                            <a:srgbClr val="000000"/>
                          </a:solidFill>
                          <a:effectLst/>
                          <a:latin typeface="+mj-lt"/>
                        </a:rPr>
                        <a:t>-0.12</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dirty="0">
                          <a:solidFill>
                            <a:srgbClr val="000000"/>
                          </a:solidFill>
                          <a:effectLst/>
                          <a:latin typeface="+mj-lt"/>
                        </a:rPr>
                        <a:t>-1.86</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dirty="0">
                          <a:solidFill>
                            <a:srgbClr val="000000"/>
                          </a:solidFill>
                          <a:effectLst/>
                          <a:latin typeface="+mj-lt"/>
                        </a:rPr>
                        <a:t>-1.93</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dirty="0">
                          <a:solidFill>
                            <a:srgbClr val="000000"/>
                          </a:solidFill>
                          <a:effectLst/>
                          <a:latin typeface="+mj-lt"/>
                        </a:rPr>
                        <a:t>-1.25</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dirty="0">
                          <a:solidFill>
                            <a:srgbClr val="000000"/>
                          </a:solidFill>
                          <a:effectLst/>
                          <a:latin typeface="+mj-lt"/>
                        </a:rPr>
                        <a:t>1.62</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a:solidFill>
                            <a:srgbClr val="000000"/>
                          </a:solidFill>
                          <a:effectLst/>
                          <a:latin typeface="+mj-lt"/>
                        </a:rPr>
                        <a:t>-1.80</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a:solidFill>
                            <a:srgbClr val="000000"/>
                          </a:solidFill>
                          <a:effectLst/>
                          <a:latin typeface="+mj-lt"/>
                        </a:rPr>
                        <a:t>-0.92</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a:solidFill>
                            <a:srgbClr val="000000"/>
                          </a:solidFill>
                          <a:effectLst/>
                          <a:latin typeface="+mj-lt"/>
                        </a:rPr>
                        <a:t>-0.12</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a:solidFill>
                            <a:srgbClr val="000000"/>
                          </a:solidFill>
                          <a:effectLst/>
                          <a:latin typeface="+mj-lt"/>
                        </a:rPr>
                        <a:t>-1.57</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a:solidFill>
                            <a:srgbClr val="000000"/>
                          </a:solidFill>
                          <a:effectLst/>
                          <a:latin typeface="+mj-lt"/>
                        </a:rPr>
                        <a:t>-0.79</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900" b="0" i="0" u="none" strike="noStrike" dirty="0">
                          <a:solidFill>
                            <a:srgbClr val="000000"/>
                          </a:solidFill>
                          <a:effectLst/>
                          <a:latin typeface="+mj-lt"/>
                        </a:rPr>
                        <a:t>-0.78</a:t>
                      </a:r>
                    </a:p>
                  </a:txBody>
                  <a:tcPr marL="4536" marR="4536" marT="45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34737013"/>
                  </a:ext>
                </a:extLst>
              </a:tr>
            </a:tbl>
          </a:graphicData>
        </a:graphic>
      </p:graphicFrame>
    </p:spTree>
    <p:extLst>
      <p:ext uri="{BB962C8B-B14F-4D97-AF65-F5344CB8AC3E}">
        <p14:creationId xmlns:p14="http://schemas.microsoft.com/office/powerpoint/2010/main" val="38497965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AC3D94-A7F7-2719-B8EA-A3232AB83FB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DDE2E14-30C2-7376-FD97-6B515330EEA7}"/>
              </a:ext>
            </a:extLst>
          </p:cNvPr>
          <p:cNvSpPr>
            <a:spLocks noGrp="1"/>
          </p:cNvSpPr>
          <p:nvPr>
            <p:ph type="title"/>
          </p:nvPr>
        </p:nvSpPr>
        <p:spPr/>
        <p:txBody>
          <a:bodyPr/>
          <a:lstStyle/>
          <a:p>
            <a:r>
              <a:rPr lang="en-US" dirty="0"/>
              <a:t>Principal Component Analysis(PCA)</a:t>
            </a:r>
          </a:p>
        </p:txBody>
      </p:sp>
      <p:sp>
        <p:nvSpPr>
          <p:cNvPr id="12" name="TextBox 11">
            <a:extLst>
              <a:ext uri="{FF2B5EF4-FFF2-40B4-BE49-F238E27FC236}">
                <a16:creationId xmlns:a16="http://schemas.microsoft.com/office/drawing/2014/main" id="{C623D530-BDC2-1AFE-192E-269B50F5A939}"/>
              </a:ext>
            </a:extLst>
          </p:cNvPr>
          <p:cNvSpPr txBox="1"/>
          <p:nvPr/>
        </p:nvSpPr>
        <p:spPr>
          <a:xfrm>
            <a:off x="1413892" y="1772816"/>
            <a:ext cx="9497418" cy="1200329"/>
          </a:xfrm>
          <a:prstGeom prst="rect">
            <a:avLst/>
          </a:prstGeom>
          <a:noFill/>
          <a:ln>
            <a:solidFill>
              <a:schemeClr val="accent1">
                <a:lumMod val="20000"/>
                <a:lumOff val="80000"/>
              </a:schemeClr>
            </a:solidFill>
          </a:ln>
        </p:spPr>
        <p:txBody>
          <a:bodyPr wrap="square">
            <a:spAutoFit/>
          </a:bodyPr>
          <a:lstStyle/>
          <a:p>
            <a:r>
              <a:rPr lang="en-US" b="0" i="0" dirty="0">
                <a:solidFill>
                  <a:srgbClr val="273239"/>
                </a:solidFill>
                <a:effectLst/>
                <a:latin typeface="+mj-lt"/>
              </a:rPr>
              <a:t>PCA (Principal Component Analysis) is a dimensionality reduction technique and helps us to reduce the number of features in a dataset while keeping the most important information. It changes complex datasets by transforming correlated features into a smaller set of uncorrelated components.</a:t>
            </a:r>
            <a:endParaRPr lang="en-IN" dirty="0">
              <a:latin typeface="+mj-lt"/>
            </a:endParaRPr>
          </a:p>
        </p:txBody>
      </p:sp>
      <p:sp>
        <p:nvSpPr>
          <p:cNvPr id="13" name="TextBox 12">
            <a:extLst>
              <a:ext uri="{FF2B5EF4-FFF2-40B4-BE49-F238E27FC236}">
                <a16:creationId xmlns:a16="http://schemas.microsoft.com/office/drawing/2014/main" id="{E33D90F3-CC18-2CC4-5728-78CA11B8F6CD}"/>
              </a:ext>
            </a:extLst>
          </p:cNvPr>
          <p:cNvSpPr txBox="1"/>
          <p:nvPr/>
        </p:nvSpPr>
        <p:spPr>
          <a:xfrm>
            <a:off x="1422093" y="3140968"/>
            <a:ext cx="8920791" cy="2633478"/>
          </a:xfrm>
          <a:prstGeom prst="rect">
            <a:avLst/>
          </a:prstGeom>
          <a:noFill/>
          <a:ln>
            <a:solidFill>
              <a:schemeClr val="accent1">
                <a:lumMod val="20000"/>
                <a:lumOff val="80000"/>
              </a:schemeClr>
            </a:solidFill>
          </a:ln>
        </p:spPr>
        <p:txBody>
          <a:bodyPr wrap="square">
            <a:spAutoFit/>
          </a:bodyPr>
          <a:lstStyle/>
          <a:p>
            <a:pPr>
              <a:lnSpc>
                <a:spcPct val="200000"/>
              </a:lnSpc>
            </a:pPr>
            <a:r>
              <a:rPr lang="en-US" sz="1700" dirty="0"/>
              <a:t>📉 </a:t>
            </a:r>
            <a:r>
              <a:rPr lang="en-US" sz="1700" b="1" dirty="0"/>
              <a:t>High-dimensional data</a:t>
            </a:r>
            <a:r>
              <a:rPr lang="en-US" sz="1700" dirty="0"/>
              <a:t> is often hard to visualize and process.</a:t>
            </a:r>
          </a:p>
          <a:p>
            <a:pPr>
              <a:lnSpc>
                <a:spcPct val="200000"/>
              </a:lnSpc>
            </a:pPr>
            <a:r>
              <a:rPr lang="en-US" sz="1700" dirty="0"/>
              <a:t>⚡ </a:t>
            </a:r>
            <a:r>
              <a:rPr lang="en-US" sz="1700" b="1" dirty="0"/>
              <a:t>Reduces computational cost</a:t>
            </a:r>
            <a:r>
              <a:rPr lang="en-US" sz="1700" dirty="0"/>
              <a:t> by lowering the number of features.</a:t>
            </a:r>
          </a:p>
          <a:p>
            <a:pPr>
              <a:lnSpc>
                <a:spcPct val="200000"/>
              </a:lnSpc>
            </a:pPr>
            <a:r>
              <a:rPr lang="en-US" sz="1700" dirty="0"/>
              <a:t>🎯 </a:t>
            </a:r>
            <a:r>
              <a:rPr lang="en-US" sz="1700" b="1" dirty="0"/>
              <a:t>Removes noise</a:t>
            </a:r>
            <a:r>
              <a:rPr lang="en-US" sz="1700" dirty="0"/>
              <a:t> and focuses on the most important patterns.</a:t>
            </a:r>
          </a:p>
          <a:p>
            <a:pPr>
              <a:lnSpc>
                <a:spcPct val="200000"/>
              </a:lnSpc>
            </a:pPr>
            <a:r>
              <a:rPr lang="en-US" sz="1700" dirty="0"/>
              <a:t>📊 </a:t>
            </a:r>
            <a:r>
              <a:rPr lang="en-US" sz="1700" b="1" dirty="0"/>
              <a:t>Improves visualization</a:t>
            </a:r>
            <a:r>
              <a:rPr lang="en-US" sz="1700" dirty="0"/>
              <a:t> by projecting data into 2D or 3D.</a:t>
            </a:r>
          </a:p>
          <a:p>
            <a:pPr>
              <a:lnSpc>
                <a:spcPct val="200000"/>
              </a:lnSpc>
            </a:pPr>
            <a:r>
              <a:rPr lang="en-US" sz="1700" dirty="0"/>
              <a:t>🤖 </a:t>
            </a:r>
            <a:r>
              <a:rPr lang="en-US" sz="1700" b="1" dirty="0"/>
              <a:t>Prevents overfitting</a:t>
            </a:r>
            <a:r>
              <a:rPr lang="en-US" sz="1700" dirty="0"/>
              <a:t> by eliminating redundant features.</a:t>
            </a:r>
          </a:p>
        </p:txBody>
      </p:sp>
    </p:spTree>
    <p:extLst>
      <p:ext uri="{BB962C8B-B14F-4D97-AF65-F5344CB8AC3E}">
        <p14:creationId xmlns:p14="http://schemas.microsoft.com/office/powerpoint/2010/main" val="11539953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4FEC8-92E8-C11F-AF48-516698A51D0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187D3BB-7313-BF79-ADF8-D05D37B0BC75}"/>
              </a:ext>
            </a:extLst>
          </p:cNvPr>
          <p:cNvSpPr>
            <a:spLocks noGrp="1"/>
          </p:cNvSpPr>
          <p:nvPr>
            <p:ph type="title"/>
          </p:nvPr>
        </p:nvSpPr>
        <p:spPr/>
        <p:txBody>
          <a:bodyPr/>
          <a:lstStyle/>
          <a:p>
            <a:r>
              <a:rPr lang="en-US" dirty="0"/>
              <a:t>Feature Selection</a:t>
            </a:r>
          </a:p>
        </p:txBody>
      </p:sp>
      <p:sp>
        <p:nvSpPr>
          <p:cNvPr id="12" name="TextBox 11">
            <a:extLst>
              <a:ext uri="{FF2B5EF4-FFF2-40B4-BE49-F238E27FC236}">
                <a16:creationId xmlns:a16="http://schemas.microsoft.com/office/drawing/2014/main" id="{3502A39C-DA13-72C1-DFA4-793257CC27D1}"/>
              </a:ext>
            </a:extLst>
          </p:cNvPr>
          <p:cNvSpPr txBox="1"/>
          <p:nvPr/>
        </p:nvSpPr>
        <p:spPr>
          <a:xfrm>
            <a:off x="1413892" y="1772816"/>
            <a:ext cx="9497418" cy="2308324"/>
          </a:xfrm>
          <a:prstGeom prst="rect">
            <a:avLst/>
          </a:prstGeom>
          <a:noFill/>
          <a:ln>
            <a:solidFill>
              <a:schemeClr val="accent1">
                <a:lumMod val="20000"/>
                <a:lumOff val="80000"/>
              </a:schemeClr>
            </a:solidFill>
          </a:ln>
        </p:spPr>
        <p:txBody>
          <a:bodyPr wrap="square">
            <a:spAutoFit/>
          </a:bodyPr>
          <a:lstStyle/>
          <a:p>
            <a:pPr marL="285750" indent="-285750">
              <a:buFont typeface="Arial" panose="020B0604020202020204" pitchFamily="34" charset="0"/>
              <a:buChar char="•"/>
            </a:pPr>
            <a:r>
              <a:rPr lang="en-US" b="0" i="0" dirty="0">
                <a:solidFill>
                  <a:srgbClr val="273239"/>
                </a:solidFill>
                <a:effectLst/>
                <a:latin typeface="+mj-lt"/>
              </a:rPr>
              <a:t>The initial data set contained 25 features. </a:t>
            </a:r>
          </a:p>
          <a:p>
            <a:pPr marL="285750" indent="-285750">
              <a:buFont typeface="Arial" panose="020B0604020202020204" pitchFamily="34" charset="0"/>
              <a:buChar char="•"/>
            </a:pPr>
            <a:r>
              <a:rPr lang="en-US" b="0" i="0" dirty="0">
                <a:solidFill>
                  <a:srgbClr val="273239"/>
                </a:solidFill>
                <a:effectLst/>
                <a:latin typeface="+mj-lt"/>
              </a:rPr>
              <a:t>During Data cleaning 5 features were dropped. </a:t>
            </a:r>
          </a:p>
          <a:p>
            <a:pPr marL="285750" indent="-285750">
              <a:buFont typeface="Arial" panose="020B0604020202020204" pitchFamily="34" charset="0"/>
              <a:buChar char="•"/>
            </a:pPr>
            <a:r>
              <a:rPr lang="en-US" b="0" i="0" dirty="0">
                <a:solidFill>
                  <a:srgbClr val="273239"/>
                </a:solidFill>
                <a:effectLst/>
                <a:latin typeface="+mj-lt"/>
              </a:rPr>
              <a:t>We selected 6 </a:t>
            </a:r>
            <a:r>
              <a:rPr lang="en-US" dirty="0">
                <a:solidFill>
                  <a:srgbClr val="273239"/>
                </a:solidFill>
                <a:latin typeface="+mj-lt"/>
              </a:rPr>
              <a:t>features out of the 20 features after applying PCA as it captured 95% of the variance in the data.</a:t>
            </a:r>
          </a:p>
          <a:p>
            <a:pPr marL="285750" indent="-285750">
              <a:buFont typeface="Arial" panose="020B0604020202020204" pitchFamily="34" charset="0"/>
              <a:buChar char="•"/>
            </a:pPr>
            <a:r>
              <a:rPr lang="en-IN" b="1" dirty="0">
                <a:latin typeface="+mj-lt"/>
              </a:rPr>
              <a:t>Covariance Matrix : </a:t>
            </a:r>
            <a:r>
              <a:rPr lang="en-US" dirty="0">
                <a:latin typeface="+mj-lt"/>
              </a:rPr>
              <a:t>Covariance: tied, Clusters: 4, Score: 0.353. the covariance was maximum for cluster size 4.</a:t>
            </a:r>
          </a:p>
          <a:p>
            <a:pPr marL="285750" indent="-285750">
              <a:buFont typeface="Arial" panose="020B0604020202020204" pitchFamily="34" charset="0"/>
              <a:buChar char="•"/>
            </a:pPr>
            <a:endParaRPr lang="en-US" dirty="0">
              <a:latin typeface="+mj-lt"/>
            </a:endParaRPr>
          </a:p>
          <a:p>
            <a:endParaRPr lang="en-US" dirty="0">
              <a:solidFill>
                <a:srgbClr val="273239"/>
              </a:solidFill>
              <a:latin typeface="+mj-lt"/>
            </a:endParaRPr>
          </a:p>
        </p:txBody>
      </p:sp>
      <p:graphicFrame>
        <p:nvGraphicFramePr>
          <p:cNvPr id="5" name="Table 4">
            <a:extLst>
              <a:ext uri="{FF2B5EF4-FFF2-40B4-BE49-F238E27FC236}">
                <a16:creationId xmlns:a16="http://schemas.microsoft.com/office/drawing/2014/main" id="{363C6F4E-3236-F809-8B82-B77A2F30D7F9}"/>
              </a:ext>
            </a:extLst>
          </p:cNvPr>
          <p:cNvGraphicFramePr>
            <a:graphicFrameLocks noGrp="1"/>
          </p:cNvGraphicFramePr>
          <p:nvPr>
            <p:extLst>
              <p:ext uri="{D42A27DB-BD31-4B8C-83A1-F6EECF244321}">
                <p14:modId xmlns:p14="http://schemas.microsoft.com/office/powerpoint/2010/main" val="2589299561"/>
              </p:ext>
            </p:extLst>
          </p:nvPr>
        </p:nvGraphicFramePr>
        <p:xfrm>
          <a:off x="549796" y="3429000"/>
          <a:ext cx="11340000" cy="2880318"/>
        </p:xfrm>
        <a:graphic>
          <a:graphicData uri="http://schemas.openxmlformats.org/drawingml/2006/table">
            <a:tbl>
              <a:tblPr>
                <a:tableStyleId>{D113A9D2-9D6B-4929-AA2D-F23B5EE8CBE7}</a:tableStyleId>
              </a:tblPr>
              <a:tblGrid>
                <a:gridCol w="540000">
                  <a:extLst>
                    <a:ext uri="{9D8B030D-6E8A-4147-A177-3AD203B41FA5}">
                      <a16:colId xmlns:a16="http://schemas.microsoft.com/office/drawing/2014/main" val="1134793347"/>
                    </a:ext>
                  </a:extLst>
                </a:gridCol>
                <a:gridCol w="540000">
                  <a:extLst>
                    <a:ext uri="{9D8B030D-6E8A-4147-A177-3AD203B41FA5}">
                      <a16:colId xmlns:a16="http://schemas.microsoft.com/office/drawing/2014/main" val="2438292513"/>
                    </a:ext>
                  </a:extLst>
                </a:gridCol>
                <a:gridCol w="540000">
                  <a:extLst>
                    <a:ext uri="{9D8B030D-6E8A-4147-A177-3AD203B41FA5}">
                      <a16:colId xmlns:a16="http://schemas.microsoft.com/office/drawing/2014/main" val="3120810648"/>
                    </a:ext>
                  </a:extLst>
                </a:gridCol>
                <a:gridCol w="540000">
                  <a:extLst>
                    <a:ext uri="{9D8B030D-6E8A-4147-A177-3AD203B41FA5}">
                      <a16:colId xmlns:a16="http://schemas.microsoft.com/office/drawing/2014/main" val="2746800807"/>
                    </a:ext>
                  </a:extLst>
                </a:gridCol>
                <a:gridCol w="540000">
                  <a:extLst>
                    <a:ext uri="{9D8B030D-6E8A-4147-A177-3AD203B41FA5}">
                      <a16:colId xmlns:a16="http://schemas.microsoft.com/office/drawing/2014/main" val="286234287"/>
                    </a:ext>
                  </a:extLst>
                </a:gridCol>
                <a:gridCol w="540000">
                  <a:extLst>
                    <a:ext uri="{9D8B030D-6E8A-4147-A177-3AD203B41FA5}">
                      <a16:colId xmlns:a16="http://schemas.microsoft.com/office/drawing/2014/main" val="2782311128"/>
                    </a:ext>
                  </a:extLst>
                </a:gridCol>
                <a:gridCol w="540000">
                  <a:extLst>
                    <a:ext uri="{9D8B030D-6E8A-4147-A177-3AD203B41FA5}">
                      <a16:colId xmlns:a16="http://schemas.microsoft.com/office/drawing/2014/main" val="3325370032"/>
                    </a:ext>
                  </a:extLst>
                </a:gridCol>
                <a:gridCol w="540000">
                  <a:extLst>
                    <a:ext uri="{9D8B030D-6E8A-4147-A177-3AD203B41FA5}">
                      <a16:colId xmlns:a16="http://schemas.microsoft.com/office/drawing/2014/main" val="3109788386"/>
                    </a:ext>
                  </a:extLst>
                </a:gridCol>
                <a:gridCol w="540000">
                  <a:extLst>
                    <a:ext uri="{9D8B030D-6E8A-4147-A177-3AD203B41FA5}">
                      <a16:colId xmlns:a16="http://schemas.microsoft.com/office/drawing/2014/main" val="2571817246"/>
                    </a:ext>
                  </a:extLst>
                </a:gridCol>
                <a:gridCol w="540000">
                  <a:extLst>
                    <a:ext uri="{9D8B030D-6E8A-4147-A177-3AD203B41FA5}">
                      <a16:colId xmlns:a16="http://schemas.microsoft.com/office/drawing/2014/main" val="1850765938"/>
                    </a:ext>
                  </a:extLst>
                </a:gridCol>
                <a:gridCol w="540000">
                  <a:extLst>
                    <a:ext uri="{9D8B030D-6E8A-4147-A177-3AD203B41FA5}">
                      <a16:colId xmlns:a16="http://schemas.microsoft.com/office/drawing/2014/main" val="3493190109"/>
                    </a:ext>
                  </a:extLst>
                </a:gridCol>
                <a:gridCol w="540000">
                  <a:extLst>
                    <a:ext uri="{9D8B030D-6E8A-4147-A177-3AD203B41FA5}">
                      <a16:colId xmlns:a16="http://schemas.microsoft.com/office/drawing/2014/main" val="1326207229"/>
                    </a:ext>
                  </a:extLst>
                </a:gridCol>
                <a:gridCol w="540000">
                  <a:extLst>
                    <a:ext uri="{9D8B030D-6E8A-4147-A177-3AD203B41FA5}">
                      <a16:colId xmlns:a16="http://schemas.microsoft.com/office/drawing/2014/main" val="4250239944"/>
                    </a:ext>
                  </a:extLst>
                </a:gridCol>
                <a:gridCol w="540000">
                  <a:extLst>
                    <a:ext uri="{9D8B030D-6E8A-4147-A177-3AD203B41FA5}">
                      <a16:colId xmlns:a16="http://schemas.microsoft.com/office/drawing/2014/main" val="2791577644"/>
                    </a:ext>
                  </a:extLst>
                </a:gridCol>
                <a:gridCol w="540000">
                  <a:extLst>
                    <a:ext uri="{9D8B030D-6E8A-4147-A177-3AD203B41FA5}">
                      <a16:colId xmlns:a16="http://schemas.microsoft.com/office/drawing/2014/main" val="1060782503"/>
                    </a:ext>
                  </a:extLst>
                </a:gridCol>
                <a:gridCol w="540000">
                  <a:extLst>
                    <a:ext uri="{9D8B030D-6E8A-4147-A177-3AD203B41FA5}">
                      <a16:colId xmlns:a16="http://schemas.microsoft.com/office/drawing/2014/main" val="2895978244"/>
                    </a:ext>
                  </a:extLst>
                </a:gridCol>
                <a:gridCol w="540000">
                  <a:extLst>
                    <a:ext uri="{9D8B030D-6E8A-4147-A177-3AD203B41FA5}">
                      <a16:colId xmlns:a16="http://schemas.microsoft.com/office/drawing/2014/main" val="3589290669"/>
                    </a:ext>
                  </a:extLst>
                </a:gridCol>
                <a:gridCol w="540000">
                  <a:extLst>
                    <a:ext uri="{9D8B030D-6E8A-4147-A177-3AD203B41FA5}">
                      <a16:colId xmlns:a16="http://schemas.microsoft.com/office/drawing/2014/main" val="238731463"/>
                    </a:ext>
                  </a:extLst>
                </a:gridCol>
                <a:gridCol w="540000">
                  <a:extLst>
                    <a:ext uri="{9D8B030D-6E8A-4147-A177-3AD203B41FA5}">
                      <a16:colId xmlns:a16="http://schemas.microsoft.com/office/drawing/2014/main" val="3396555290"/>
                    </a:ext>
                  </a:extLst>
                </a:gridCol>
                <a:gridCol w="540000">
                  <a:extLst>
                    <a:ext uri="{9D8B030D-6E8A-4147-A177-3AD203B41FA5}">
                      <a16:colId xmlns:a16="http://schemas.microsoft.com/office/drawing/2014/main" val="182534006"/>
                    </a:ext>
                  </a:extLst>
                </a:gridCol>
                <a:gridCol w="540000">
                  <a:extLst>
                    <a:ext uri="{9D8B030D-6E8A-4147-A177-3AD203B41FA5}">
                      <a16:colId xmlns:a16="http://schemas.microsoft.com/office/drawing/2014/main" val="2881940480"/>
                    </a:ext>
                  </a:extLst>
                </a:gridCol>
              </a:tblGrid>
              <a:tr h="480053">
                <a:tc>
                  <a:txBody>
                    <a:bodyPr/>
                    <a:lstStyle/>
                    <a:p>
                      <a:pPr algn="ctr" fontAlgn="t">
                        <a:lnSpc>
                          <a:spcPct val="150000"/>
                        </a:lnSpc>
                        <a:buNone/>
                      </a:pPr>
                      <a:endParaRPr lang="en-IN" sz="1200" b="1" i="0" u="none" strike="noStrike" dirty="0">
                        <a:solidFill>
                          <a:srgbClr val="000000"/>
                        </a:solidFill>
                        <a:effectLst/>
                        <a:latin typeface="+mj-lt"/>
                      </a:endParaRPr>
                    </a:p>
                  </a:txBody>
                  <a:tcPr marL="4536" marR="4536" marT="4536" marB="0"/>
                </a:tc>
                <a:tc>
                  <a:txBody>
                    <a:bodyPr/>
                    <a:lstStyle/>
                    <a:p>
                      <a:pPr algn="ctr" rtl="0" fontAlgn="ctr">
                        <a:lnSpc>
                          <a:spcPct val="150000"/>
                        </a:lnSpc>
                        <a:buNone/>
                      </a:pPr>
                      <a:r>
                        <a:rPr lang="en-IN" sz="1200" b="1" u="none" strike="noStrike" dirty="0">
                          <a:solidFill>
                            <a:srgbClr val="000000"/>
                          </a:solidFill>
                          <a:effectLst/>
                          <a:latin typeface="+mj-lt"/>
                        </a:rPr>
                        <a:t>PC1</a:t>
                      </a:r>
                      <a:endParaRPr lang="en-IN" sz="1200" b="1" i="0" u="none" strike="noStrike" dirty="0">
                        <a:solidFill>
                          <a:srgbClr val="000000"/>
                        </a:solidFill>
                        <a:effectLst/>
                        <a:latin typeface="+mj-lt"/>
                      </a:endParaRPr>
                    </a:p>
                  </a:txBody>
                  <a:tcPr marL="4536" marR="4536" marT="4536" marB="0" anchor="ctr"/>
                </a:tc>
                <a:tc>
                  <a:txBody>
                    <a:bodyPr/>
                    <a:lstStyle/>
                    <a:p>
                      <a:pPr algn="ctr" rtl="0" fontAlgn="ctr">
                        <a:lnSpc>
                          <a:spcPct val="150000"/>
                        </a:lnSpc>
                        <a:buNone/>
                      </a:pPr>
                      <a:r>
                        <a:rPr lang="en-IN" sz="1200" b="1" u="none" strike="noStrike">
                          <a:solidFill>
                            <a:srgbClr val="000000"/>
                          </a:solidFill>
                          <a:effectLst/>
                          <a:latin typeface="+mj-lt"/>
                        </a:rPr>
                        <a:t>PC2</a:t>
                      </a:r>
                      <a:endParaRPr lang="en-IN" sz="1200" b="1" i="0" u="none" strike="noStrike">
                        <a:solidFill>
                          <a:srgbClr val="000000"/>
                        </a:solidFill>
                        <a:effectLst/>
                        <a:latin typeface="+mj-lt"/>
                      </a:endParaRPr>
                    </a:p>
                  </a:txBody>
                  <a:tcPr marL="4536" marR="4536" marT="4536" marB="0" anchor="ctr"/>
                </a:tc>
                <a:tc>
                  <a:txBody>
                    <a:bodyPr/>
                    <a:lstStyle/>
                    <a:p>
                      <a:pPr algn="ctr" rtl="0" fontAlgn="ctr">
                        <a:lnSpc>
                          <a:spcPct val="150000"/>
                        </a:lnSpc>
                        <a:buNone/>
                      </a:pPr>
                      <a:r>
                        <a:rPr lang="en-IN" sz="1200" b="1" u="none" strike="noStrike" dirty="0">
                          <a:solidFill>
                            <a:srgbClr val="000000"/>
                          </a:solidFill>
                          <a:effectLst/>
                          <a:latin typeface="+mj-lt"/>
                        </a:rPr>
                        <a:t>PC3</a:t>
                      </a:r>
                      <a:endParaRPr lang="en-IN" sz="1200" b="1" i="0" u="none" strike="noStrike" dirty="0">
                        <a:solidFill>
                          <a:srgbClr val="000000"/>
                        </a:solidFill>
                        <a:effectLst/>
                        <a:latin typeface="+mj-lt"/>
                      </a:endParaRPr>
                    </a:p>
                  </a:txBody>
                  <a:tcPr marL="4536" marR="4536" marT="4536" marB="0" anchor="ctr"/>
                </a:tc>
                <a:tc>
                  <a:txBody>
                    <a:bodyPr/>
                    <a:lstStyle/>
                    <a:p>
                      <a:pPr algn="ctr" rtl="0" fontAlgn="ctr">
                        <a:lnSpc>
                          <a:spcPct val="150000"/>
                        </a:lnSpc>
                        <a:buNone/>
                      </a:pPr>
                      <a:r>
                        <a:rPr lang="en-IN" sz="1200" b="1" u="none" strike="noStrike" dirty="0">
                          <a:solidFill>
                            <a:srgbClr val="000000"/>
                          </a:solidFill>
                          <a:effectLst/>
                          <a:latin typeface="+mj-lt"/>
                        </a:rPr>
                        <a:t>PC4</a:t>
                      </a:r>
                      <a:endParaRPr lang="en-IN" sz="1200" b="1" i="0" u="none" strike="noStrike" dirty="0">
                        <a:solidFill>
                          <a:srgbClr val="000000"/>
                        </a:solidFill>
                        <a:effectLst/>
                        <a:latin typeface="+mj-lt"/>
                      </a:endParaRPr>
                    </a:p>
                  </a:txBody>
                  <a:tcPr marL="4536" marR="4536" marT="4536" marB="0" anchor="ctr"/>
                </a:tc>
                <a:tc>
                  <a:txBody>
                    <a:bodyPr/>
                    <a:lstStyle/>
                    <a:p>
                      <a:pPr algn="ctr" rtl="0" fontAlgn="ctr">
                        <a:lnSpc>
                          <a:spcPct val="150000"/>
                        </a:lnSpc>
                        <a:buNone/>
                      </a:pPr>
                      <a:r>
                        <a:rPr lang="en-IN" sz="1200" b="1" u="none" strike="noStrike">
                          <a:solidFill>
                            <a:srgbClr val="000000"/>
                          </a:solidFill>
                          <a:effectLst/>
                          <a:latin typeface="+mj-lt"/>
                        </a:rPr>
                        <a:t>PC5</a:t>
                      </a:r>
                      <a:endParaRPr lang="en-IN" sz="1200" b="1" i="0" u="none" strike="noStrike">
                        <a:solidFill>
                          <a:srgbClr val="000000"/>
                        </a:solidFill>
                        <a:effectLst/>
                        <a:latin typeface="+mj-lt"/>
                      </a:endParaRPr>
                    </a:p>
                  </a:txBody>
                  <a:tcPr marL="4536" marR="4536" marT="4536" marB="0" anchor="ctr"/>
                </a:tc>
                <a:tc>
                  <a:txBody>
                    <a:bodyPr/>
                    <a:lstStyle/>
                    <a:p>
                      <a:pPr algn="ctr" rtl="0" fontAlgn="ctr">
                        <a:lnSpc>
                          <a:spcPct val="150000"/>
                        </a:lnSpc>
                        <a:buNone/>
                      </a:pPr>
                      <a:r>
                        <a:rPr lang="en-IN" sz="1200" b="1" u="none" strike="noStrike" dirty="0">
                          <a:solidFill>
                            <a:srgbClr val="000000"/>
                          </a:solidFill>
                          <a:effectLst/>
                          <a:latin typeface="+mj-lt"/>
                        </a:rPr>
                        <a:t>PC6</a:t>
                      </a:r>
                      <a:endParaRPr lang="en-IN" sz="1200" b="1" i="0" u="none" strike="noStrike" dirty="0">
                        <a:solidFill>
                          <a:srgbClr val="000000"/>
                        </a:solidFill>
                        <a:effectLst/>
                        <a:latin typeface="+mj-lt"/>
                      </a:endParaRPr>
                    </a:p>
                  </a:txBody>
                  <a:tcPr marL="4536" marR="4536" marT="4536" marB="0" anchor="ctr"/>
                </a:tc>
                <a:tc>
                  <a:txBody>
                    <a:bodyPr/>
                    <a:lstStyle/>
                    <a:p>
                      <a:pPr algn="ctr" rtl="0" fontAlgn="ctr">
                        <a:lnSpc>
                          <a:spcPct val="150000"/>
                        </a:lnSpc>
                        <a:buNone/>
                      </a:pPr>
                      <a:r>
                        <a:rPr lang="en-IN" sz="1200" b="1" u="none" strike="noStrike" dirty="0">
                          <a:solidFill>
                            <a:srgbClr val="000000"/>
                          </a:solidFill>
                          <a:effectLst/>
                          <a:latin typeface="+mj-lt"/>
                        </a:rPr>
                        <a:t>PC7</a:t>
                      </a:r>
                      <a:endParaRPr lang="en-IN" sz="1200" b="1" i="0" u="none" strike="noStrike" dirty="0">
                        <a:solidFill>
                          <a:srgbClr val="000000"/>
                        </a:solidFill>
                        <a:effectLst/>
                        <a:latin typeface="+mj-lt"/>
                      </a:endParaRPr>
                    </a:p>
                  </a:txBody>
                  <a:tcPr marL="4536" marR="4536" marT="4536" marB="0" anchor="ctr"/>
                </a:tc>
                <a:tc>
                  <a:txBody>
                    <a:bodyPr/>
                    <a:lstStyle/>
                    <a:p>
                      <a:pPr algn="ctr" rtl="0" fontAlgn="ctr">
                        <a:lnSpc>
                          <a:spcPct val="150000"/>
                        </a:lnSpc>
                        <a:buNone/>
                      </a:pPr>
                      <a:r>
                        <a:rPr lang="en-IN" sz="1200" b="1" u="none" strike="noStrike" dirty="0">
                          <a:solidFill>
                            <a:srgbClr val="000000"/>
                          </a:solidFill>
                          <a:effectLst/>
                          <a:latin typeface="+mj-lt"/>
                        </a:rPr>
                        <a:t>PC8</a:t>
                      </a:r>
                      <a:endParaRPr lang="en-IN" sz="1200" b="1" i="0" u="none" strike="noStrike" dirty="0">
                        <a:solidFill>
                          <a:srgbClr val="000000"/>
                        </a:solidFill>
                        <a:effectLst/>
                        <a:latin typeface="+mj-lt"/>
                      </a:endParaRPr>
                    </a:p>
                  </a:txBody>
                  <a:tcPr marL="4536" marR="4536" marT="4536" marB="0" anchor="ctr"/>
                </a:tc>
                <a:tc>
                  <a:txBody>
                    <a:bodyPr/>
                    <a:lstStyle/>
                    <a:p>
                      <a:pPr algn="ctr" rtl="0" fontAlgn="ctr">
                        <a:lnSpc>
                          <a:spcPct val="150000"/>
                        </a:lnSpc>
                        <a:buNone/>
                      </a:pPr>
                      <a:r>
                        <a:rPr lang="en-IN" sz="1200" b="1" u="none" strike="noStrike" dirty="0">
                          <a:solidFill>
                            <a:srgbClr val="000000"/>
                          </a:solidFill>
                          <a:effectLst/>
                          <a:latin typeface="+mj-lt"/>
                        </a:rPr>
                        <a:t>PC9</a:t>
                      </a:r>
                      <a:endParaRPr lang="en-IN" sz="1200" b="1" i="0" u="none" strike="noStrike" dirty="0">
                        <a:solidFill>
                          <a:srgbClr val="000000"/>
                        </a:solidFill>
                        <a:effectLst/>
                        <a:latin typeface="+mj-lt"/>
                      </a:endParaRPr>
                    </a:p>
                  </a:txBody>
                  <a:tcPr marL="4536" marR="4536" marT="4536" marB="0" anchor="ctr"/>
                </a:tc>
                <a:tc>
                  <a:txBody>
                    <a:bodyPr/>
                    <a:lstStyle/>
                    <a:p>
                      <a:pPr algn="ctr" rtl="0" fontAlgn="ctr">
                        <a:lnSpc>
                          <a:spcPct val="150000"/>
                        </a:lnSpc>
                        <a:buNone/>
                      </a:pPr>
                      <a:r>
                        <a:rPr lang="en-IN" sz="1200" b="1" u="none" strike="noStrike" dirty="0">
                          <a:solidFill>
                            <a:srgbClr val="000000"/>
                          </a:solidFill>
                          <a:effectLst/>
                          <a:latin typeface="+mj-lt"/>
                        </a:rPr>
                        <a:t>PC10</a:t>
                      </a:r>
                      <a:endParaRPr lang="en-IN" sz="1200" b="1" i="0" u="none" strike="noStrike" dirty="0">
                        <a:solidFill>
                          <a:srgbClr val="000000"/>
                        </a:solidFill>
                        <a:effectLst/>
                        <a:latin typeface="+mj-lt"/>
                      </a:endParaRPr>
                    </a:p>
                  </a:txBody>
                  <a:tcPr marL="4536" marR="4536" marT="4536" marB="0" anchor="ctr"/>
                </a:tc>
                <a:tc>
                  <a:txBody>
                    <a:bodyPr/>
                    <a:lstStyle/>
                    <a:p>
                      <a:pPr algn="ctr" rtl="0" fontAlgn="ctr">
                        <a:lnSpc>
                          <a:spcPct val="150000"/>
                        </a:lnSpc>
                        <a:buNone/>
                      </a:pPr>
                      <a:r>
                        <a:rPr lang="en-IN" sz="1200" b="1" u="none" strike="noStrike" dirty="0">
                          <a:solidFill>
                            <a:srgbClr val="000000"/>
                          </a:solidFill>
                          <a:effectLst/>
                          <a:latin typeface="+mj-lt"/>
                        </a:rPr>
                        <a:t>PC11</a:t>
                      </a:r>
                      <a:endParaRPr lang="en-IN" sz="1200" b="1" i="0" u="none" strike="noStrike" dirty="0">
                        <a:solidFill>
                          <a:srgbClr val="000000"/>
                        </a:solidFill>
                        <a:effectLst/>
                        <a:latin typeface="+mj-lt"/>
                      </a:endParaRPr>
                    </a:p>
                  </a:txBody>
                  <a:tcPr marL="4536" marR="4536" marT="4536" marB="0" anchor="ctr"/>
                </a:tc>
                <a:tc>
                  <a:txBody>
                    <a:bodyPr/>
                    <a:lstStyle/>
                    <a:p>
                      <a:pPr algn="ctr" rtl="0" fontAlgn="ctr">
                        <a:lnSpc>
                          <a:spcPct val="150000"/>
                        </a:lnSpc>
                        <a:buNone/>
                      </a:pPr>
                      <a:r>
                        <a:rPr lang="en-IN" sz="1200" b="1" u="none" strike="noStrike">
                          <a:solidFill>
                            <a:srgbClr val="000000"/>
                          </a:solidFill>
                          <a:effectLst/>
                          <a:latin typeface="+mj-lt"/>
                        </a:rPr>
                        <a:t>PC12</a:t>
                      </a:r>
                      <a:endParaRPr lang="en-IN" sz="1200" b="1" i="0" u="none" strike="noStrike">
                        <a:solidFill>
                          <a:srgbClr val="000000"/>
                        </a:solidFill>
                        <a:effectLst/>
                        <a:latin typeface="+mj-lt"/>
                      </a:endParaRPr>
                    </a:p>
                  </a:txBody>
                  <a:tcPr marL="4536" marR="4536" marT="4536" marB="0" anchor="ctr"/>
                </a:tc>
                <a:tc>
                  <a:txBody>
                    <a:bodyPr/>
                    <a:lstStyle/>
                    <a:p>
                      <a:pPr algn="ctr" rtl="0" fontAlgn="ctr">
                        <a:lnSpc>
                          <a:spcPct val="150000"/>
                        </a:lnSpc>
                        <a:buNone/>
                      </a:pPr>
                      <a:r>
                        <a:rPr lang="en-IN" sz="1200" b="1" u="none" strike="noStrike" dirty="0">
                          <a:solidFill>
                            <a:srgbClr val="000000"/>
                          </a:solidFill>
                          <a:effectLst/>
                          <a:latin typeface="+mj-lt"/>
                        </a:rPr>
                        <a:t>PC13</a:t>
                      </a:r>
                      <a:endParaRPr lang="en-IN" sz="1200" b="1" i="0" u="none" strike="noStrike" dirty="0">
                        <a:solidFill>
                          <a:srgbClr val="000000"/>
                        </a:solidFill>
                        <a:effectLst/>
                        <a:latin typeface="+mj-lt"/>
                      </a:endParaRPr>
                    </a:p>
                  </a:txBody>
                  <a:tcPr marL="4536" marR="4536" marT="4536" marB="0" anchor="ctr"/>
                </a:tc>
                <a:tc>
                  <a:txBody>
                    <a:bodyPr/>
                    <a:lstStyle/>
                    <a:p>
                      <a:pPr algn="ctr" rtl="0" fontAlgn="ctr">
                        <a:lnSpc>
                          <a:spcPct val="150000"/>
                        </a:lnSpc>
                        <a:buNone/>
                      </a:pPr>
                      <a:r>
                        <a:rPr lang="en-IN" sz="1200" b="1" u="none" strike="noStrike">
                          <a:solidFill>
                            <a:srgbClr val="000000"/>
                          </a:solidFill>
                          <a:effectLst/>
                          <a:latin typeface="+mj-lt"/>
                        </a:rPr>
                        <a:t>PC14</a:t>
                      </a:r>
                      <a:endParaRPr lang="en-IN" sz="1200" b="1" i="0" u="none" strike="noStrike">
                        <a:solidFill>
                          <a:srgbClr val="000000"/>
                        </a:solidFill>
                        <a:effectLst/>
                        <a:latin typeface="+mj-lt"/>
                      </a:endParaRPr>
                    </a:p>
                  </a:txBody>
                  <a:tcPr marL="4536" marR="4536" marT="4536" marB="0" anchor="ctr"/>
                </a:tc>
                <a:tc>
                  <a:txBody>
                    <a:bodyPr/>
                    <a:lstStyle/>
                    <a:p>
                      <a:pPr algn="ctr" rtl="0" fontAlgn="ctr">
                        <a:lnSpc>
                          <a:spcPct val="150000"/>
                        </a:lnSpc>
                        <a:buNone/>
                      </a:pPr>
                      <a:r>
                        <a:rPr lang="en-IN" sz="1200" b="1" u="none" strike="noStrike" dirty="0">
                          <a:solidFill>
                            <a:srgbClr val="000000"/>
                          </a:solidFill>
                          <a:effectLst/>
                          <a:latin typeface="+mj-lt"/>
                        </a:rPr>
                        <a:t>PC15</a:t>
                      </a:r>
                      <a:endParaRPr lang="en-IN" sz="1200" b="1" i="0" u="none" strike="noStrike" dirty="0">
                        <a:solidFill>
                          <a:srgbClr val="000000"/>
                        </a:solidFill>
                        <a:effectLst/>
                        <a:latin typeface="+mj-lt"/>
                      </a:endParaRPr>
                    </a:p>
                  </a:txBody>
                  <a:tcPr marL="4536" marR="4536" marT="4536" marB="0" anchor="ctr"/>
                </a:tc>
                <a:tc>
                  <a:txBody>
                    <a:bodyPr/>
                    <a:lstStyle/>
                    <a:p>
                      <a:pPr algn="ctr" rtl="0" fontAlgn="ctr">
                        <a:lnSpc>
                          <a:spcPct val="150000"/>
                        </a:lnSpc>
                        <a:buNone/>
                      </a:pPr>
                      <a:r>
                        <a:rPr lang="en-IN" sz="1200" b="1" u="none" strike="noStrike" dirty="0">
                          <a:solidFill>
                            <a:srgbClr val="000000"/>
                          </a:solidFill>
                          <a:effectLst/>
                          <a:latin typeface="+mj-lt"/>
                        </a:rPr>
                        <a:t>PC16</a:t>
                      </a:r>
                      <a:endParaRPr lang="en-IN" sz="1200" b="1" i="0" u="none" strike="noStrike" dirty="0">
                        <a:solidFill>
                          <a:srgbClr val="000000"/>
                        </a:solidFill>
                        <a:effectLst/>
                        <a:latin typeface="+mj-lt"/>
                      </a:endParaRPr>
                    </a:p>
                  </a:txBody>
                  <a:tcPr marL="4536" marR="4536" marT="4536" marB="0" anchor="ctr"/>
                </a:tc>
                <a:tc>
                  <a:txBody>
                    <a:bodyPr/>
                    <a:lstStyle/>
                    <a:p>
                      <a:pPr algn="ctr" rtl="0" fontAlgn="ctr">
                        <a:lnSpc>
                          <a:spcPct val="150000"/>
                        </a:lnSpc>
                        <a:buNone/>
                      </a:pPr>
                      <a:r>
                        <a:rPr lang="en-IN" sz="1200" b="1" u="none" strike="noStrike" dirty="0">
                          <a:solidFill>
                            <a:srgbClr val="000000"/>
                          </a:solidFill>
                          <a:effectLst/>
                          <a:latin typeface="+mj-lt"/>
                        </a:rPr>
                        <a:t>PC17</a:t>
                      </a:r>
                      <a:endParaRPr lang="en-IN" sz="1200" b="1" i="0" u="none" strike="noStrike" dirty="0">
                        <a:solidFill>
                          <a:srgbClr val="000000"/>
                        </a:solidFill>
                        <a:effectLst/>
                        <a:latin typeface="+mj-lt"/>
                      </a:endParaRPr>
                    </a:p>
                  </a:txBody>
                  <a:tcPr marL="4536" marR="4536" marT="4536" marB="0" anchor="ctr"/>
                </a:tc>
                <a:tc>
                  <a:txBody>
                    <a:bodyPr/>
                    <a:lstStyle/>
                    <a:p>
                      <a:pPr algn="ctr" rtl="0" fontAlgn="ctr">
                        <a:lnSpc>
                          <a:spcPct val="150000"/>
                        </a:lnSpc>
                        <a:buNone/>
                      </a:pPr>
                      <a:r>
                        <a:rPr lang="en-IN" sz="1200" b="1" u="none" strike="noStrike" dirty="0">
                          <a:solidFill>
                            <a:srgbClr val="000000"/>
                          </a:solidFill>
                          <a:effectLst/>
                          <a:latin typeface="+mj-lt"/>
                        </a:rPr>
                        <a:t>PC18</a:t>
                      </a:r>
                      <a:endParaRPr lang="en-IN" sz="1200" b="1" i="0" u="none" strike="noStrike" dirty="0">
                        <a:solidFill>
                          <a:srgbClr val="000000"/>
                        </a:solidFill>
                        <a:effectLst/>
                        <a:latin typeface="+mj-lt"/>
                      </a:endParaRPr>
                    </a:p>
                  </a:txBody>
                  <a:tcPr marL="4536" marR="4536" marT="4536" marB="0" anchor="ctr"/>
                </a:tc>
                <a:tc>
                  <a:txBody>
                    <a:bodyPr/>
                    <a:lstStyle/>
                    <a:p>
                      <a:pPr algn="ctr" rtl="0" fontAlgn="ctr">
                        <a:lnSpc>
                          <a:spcPct val="150000"/>
                        </a:lnSpc>
                        <a:buNone/>
                      </a:pPr>
                      <a:r>
                        <a:rPr lang="en-IN" sz="1200" b="1" u="none" strike="noStrike" dirty="0">
                          <a:solidFill>
                            <a:srgbClr val="000000"/>
                          </a:solidFill>
                          <a:effectLst/>
                          <a:latin typeface="+mj-lt"/>
                        </a:rPr>
                        <a:t>PC19</a:t>
                      </a:r>
                      <a:endParaRPr lang="en-IN" sz="1200" b="1" i="0" u="none" strike="noStrike" dirty="0">
                        <a:solidFill>
                          <a:srgbClr val="000000"/>
                        </a:solidFill>
                        <a:effectLst/>
                        <a:latin typeface="+mj-lt"/>
                      </a:endParaRPr>
                    </a:p>
                  </a:txBody>
                  <a:tcPr marL="4536" marR="4536" marT="4536" marB="0" anchor="ctr"/>
                </a:tc>
                <a:tc>
                  <a:txBody>
                    <a:bodyPr/>
                    <a:lstStyle/>
                    <a:p>
                      <a:pPr algn="ctr" rtl="0" fontAlgn="ctr">
                        <a:lnSpc>
                          <a:spcPct val="150000"/>
                        </a:lnSpc>
                        <a:buNone/>
                      </a:pPr>
                      <a:r>
                        <a:rPr lang="en-IN" sz="1200" b="1" u="none" strike="noStrike" dirty="0">
                          <a:solidFill>
                            <a:srgbClr val="000000"/>
                          </a:solidFill>
                          <a:effectLst/>
                          <a:latin typeface="+mj-lt"/>
                        </a:rPr>
                        <a:t>PC20</a:t>
                      </a:r>
                      <a:endParaRPr lang="en-IN" sz="1200" b="1" i="0" u="none" strike="noStrike" dirty="0">
                        <a:solidFill>
                          <a:srgbClr val="000000"/>
                        </a:solidFill>
                        <a:effectLst/>
                        <a:latin typeface="+mj-lt"/>
                      </a:endParaRPr>
                    </a:p>
                  </a:txBody>
                  <a:tcPr marL="4536" marR="4536" marT="4536" marB="0" anchor="ctr"/>
                </a:tc>
                <a:extLst>
                  <a:ext uri="{0D108BD9-81ED-4DB2-BD59-A6C34878D82A}">
                    <a16:rowId xmlns:a16="http://schemas.microsoft.com/office/drawing/2014/main" val="3376445925"/>
                  </a:ext>
                </a:extLst>
              </a:tr>
              <a:tr h="480053">
                <a:tc>
                  <a:txBody>
                    <a:bodyPr/>
                    <a:lstStyle/>
                    <a:p>
                      <a:pPr algn="ctr" rtl="0" fontAlgn="t">
                        <a:lnSpc>
                          <a:spcPct val="150000"/>
                        </a:lnSpc>
                        <a:buNone/>
                      </a:pPr>
                      <a:r>
                        <a:rPr lang="en-IN" sz="1200" b="1" u="none" strike="noStrike" dirty="0">
                          <a:solidFill>
                            <a:srgbClr val="000000"/>
                          </a:solidFill>
                          <a:effectLst/>
                          <a:latin typeface="+mj-lt"/>
                        </a:rPr>
                        <a:t>0</a:t>
                      </a:r>
                      <a:endParaRPr lang="en-IN" sz="1200" b="1" i="0" u="none" strike="noStrike" dirty="0">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dirty="0">
                          <a:solidFill>
                            <a:srgbClr val="000000"/>
                          </a:solidFill>
                          <a:effectLst/>
                          <a:latin typeface="+mj-lt"/>
                        </a:rPr>
                        <a:t>0.84</a:t>
                      </a:r>
                      <a:endParaRPr lang="en-IN" sz="1200" b="0" i="0" u="none" strike="noStrike" dirty="0">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dirty="0">
                          <a:solidFill>
                            <a:srgbClr val="000000"/>
                          </a:solidFill>
                          <a:effectLst/>
                          <a:latin typeface="+mj-lt"/>
                        </a:rPr>
                        <a:t>1.33</a:t>
                      </a:r>
                      <a:endParaRPr lang="en-IN" sz="1200" b="0" i="0" u="none" strike="noStrike" dirty="0">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dirty="0">
                          <a:solidFill>
                            <a:srgbClr val="000000"/>
                          </a:solidFill>
                          <a:effectLst/>
                          <a:latin typeface="+mj-lt"/>
                        </a:rPr>
                        <a:t>-2.15</a:t>
                      </a:r>
                      <a:endParaRPr lang="en-IN" sz="1200" b="0" i="0" u="none" strike="noStrike" dirty="0">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a:solidFill>
                            <a:srgbClr val="000000"/>
                          </a:solidFill>
                          <a:effectLst/>
                          <a:latin typeface="+mj-lt"/>
                        </a:rPr>
                        <a:t>-0.19</a:t>
                      </a:r>
                      <a:endParaRPr lang="en-IN" sz="1200" b="0" i="0" u="none" strike="noStrike">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a:solidFill>
                            <a:srgbClr val="000000"/>
                          </a:solidFill>
                          <a:effectLst/>
                          <a:latin typeface="+mj-lt"/>
                        </a:rPr>
                        <a:t>-0.94</a:t>
                      </a:r>
                      <a:endParaRPr lang="en-IN" sz="1200" b="0" i="0" u="none" strike="noStrike">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a:solidFill>
                            <a:srgbClr val="000000"/>
                          </a:solidFill>
                          <a:effectLst/>
                          <a:latin typeface="+mj-lt"/>
                        </a:rPr>
                        <a:t>-0.60</a:t>
                      </a:r>
                      <a:endParaRPr lang="en-IN" sz="1200" b="0" i="0" u="none" strike="noStrike">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a:solidFill>
                            <a:srgbClr val="000000"/>
                          </a:solidFill>
                          <a:effectLst/>
                          <a:latin typeface="+mj-lt"/>
                        </a:rPr>
                        <a:t>0.94</a:t>
                      </a:r>
                      <a:endParaRPr lang="en-IN" sz="1200" b="0" i="0" u="none" strike="noStrike">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a:solidFill>
                            <a:srgbClr val="000000"/>
                          </a:solidFill>
                          <a:effectLst/>
                          <a:latin typeface="+mj-lt"/>
                        </a:rPr>
                        <a:t>-0.42</a:t>
                      </a:r>
                      <a:endParaRPr lang="en-IN" sz="1200" b="0" i="0" u="none" strike="noStrike">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a:solidFill>
                            <a:srgbClr val="000000"/>
                          </a:solidFill>
                          <a:effectLst/>
                          <a:latin typeface="+mj-lt"/>
                        </a:rPr>
                        <a:t>-0.77</a:t>
                      </a:r>
                      <a:endParaRPr lang="en-IN" sz="1200" b="0" i="0" u="none" strike="noStrike">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a:solidFill>
                            <a:srgbClr val="000000"/>
                          </a:solidFill>
                          <a:effectLst/>
                          <a:latin typeface="+mj-lt"/>
                        </a:rPr>
                        <a:t>0.21</a:t>
                      </a:r>
                      <a:endParaRPr lang="en-IN" sz="1200" b="0" i="0" u="none" strike="noStrike">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a:solidFill>
                            <a:srgbClr val="000000"/>
                          </a:solidFill>
                          <a:effectLst/>
                          <a:latin typeface="+mj-lt"/>
                        </a:rPr>
                        <a:t>0.48</a:t>
                      </a:r>
                      <a:endParaRPr lang="en-IN" sz="1200" b="0" i="0" u="none" strike="noStrike">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a:solidFill>
                            <a:srgbClr val="000000"/>
                          </a:solidFill>
                          <a:effectLst/>
                          <a:latin typeface="+mj-lt"/>
                        </a:rPr>
                        <a:t>0.13</a:t>
                      </a:r>
                      <a:endParaRPr lang="en-IN" sz="1200" b="0" i="0" u="none" strike="noStrike">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a:solidFill>
                            <a:srgbClr val="000000"/>
                          </a:solidFill>
                          <a:effectLst/>
                          <a:latin typeface="+mj-lt"/>
                        </a:rPr>
                        <a:t>-0.12</a:t>
                      </a:r>
                      <a:endParaRPr lang="en-IN" sz="1200" b="0" i="0" u="none" strike="noStrike">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a:solidFill>
                            <a:srgbClr val="000000"/>
                          </a:solidFill>
                          <a:effectLst/>
                          <a:latin typeface="+mj-lt"/>
                        </a:rPr>
                        <a:t>0.44</a:t>
                      </a:r>
                      <a:endParaRPr lang="en-IN" sz="1200" b="0" i="0" u="none" strike="noStrike">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a:solidFill>
                            <a:srgbClr val="000000"/>
                          </a:solidFill>
                          <a:effectLst/>
                          <a:latin typeface="+mj-lt"/>
                        </a:rPr>
                        <a:t>-0.33</a:t>
                      </a:r>
                      <a:endParaRPr lang="en-IN" sz="1200" b="0" i="0" u="none" strike="noStrike">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a:solidFill>
                            <a:srgbClr val="000000"/>
                          </a:solidFill>
                          <a:effectLst/>
                          <a:latin typeface="+mj-lt"/>
                        </a:rPr>
                        <a:t>0.00</a:t>
                      </a:r>
                      <a:endParaRPr lang="en-IN" sz="1200" b="0" i="0" u="none" strike="noStrike">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dirty="0">
                          <a:solidFill>
                            <a:srgbClr val="000000"/>
                          </a:solidFill>
                          <a:effectLst/>
                          <a:latin typeface="+mj-lt"/>
                        </a:rPr>
                        <a:t>-0.29</a:t>
                      </a:r>
                      <a:endParaRPr lang="en-IN" sz="1200" b="0" i="0" u="none" strike="noStrike" dirty="0">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a:solidFill>
                            <a:srgbClr val="000000"/>
                          </a:solidFill>
                          <a:effectLst/>
                          <a:latin typeface="+mj-lt"/>
                        </a:rPr>
                        <a:t>-0.35</a:t>
                      </a:r>
                      <a:endParaRPr lang="en-IN" sz="1200" b="0" i="0" u="none" strike="noStrike">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a:solidFill>
                            <a:srgbClr val="000000"/>
                          </a:solidFill>
                          <a:effectLst/>
                          <a:latin typeface="+mj-lt"/>
                        </a:rPr>
                        <a:t>-0.11</a:t>
                      </a:r>
                      <a:endParaRPr lang="en-IN" sz="1200" b="0" i="0" u="none" strike="noStrike">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a:solidFill>
                            <a:srgbClr val="000000"/>
                          </a:solidFill>
                          <a:effectLst/>
                          <a:latin typeface="+mj-lt"/>
                        </a:rPr>
                        <a:t>0.01</a:t>
                      </a:r>
                      <a:endParaRPr lang="en-IN" sz="1200" b="0" i="0" u="none" strike="noStrike">
                        <a:solidFill>
                          <a:srgbClr val="000000"/>
                        </a:solidFill>
                        <a:effectLst/>
                        <a:latin typeface="+mj-lt"/>
                      </a:endParaRPr>
                    </a:p>
                  </a:txBody>
                  <a:tcPr marL="4536" marR="4536" marT="4536" marB="0"/>
                </a:tc>
                <a:extLst>
                  <a:ext uri="{0D108BD9-81ED-4DB2-BD59-A6C34878D82A}">
                    <a16:rowId xmlns:a16="http://schemas.microsoft.com/office/drawing/2014/main" val="2625699701"/>
                  </a:ext>
                </a:extLst>
              </a:tr>
              <a:tr h="480053">
                <a:tc>
                  <a:txBody>
                    <a:bodyPr/>
                    <a:lstStyle/>
                    <a:p>
                      <a:pPr algn="ctr" rtl="0" fontAlgn="t">
                        <a:lnSpc>
                          <a:spcPct val="150000"/>
                        </a:lnSpc>
                        <a:buNone/>
                      </a:pPr>
                      <a:r>
                        <a:rPr lang="en-IN" sz="1200" b="1" u="none" strike="noStrike" dirty="0">
                          <a:solidFill>
                            <a:srgbClr val="000000"/>
                          </a:solidFill>
                          <a:effectLst/>
                          <a:latin typeface="+mj-lt"/>
                        </a:rPr>
                        <a:t>1</a:t>
                      </a:r>
                      <a:endParaRPr lang="en-IN" sz="1200" b="1" i="0" u="none" strike="noStrike" dirty="0">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a:solidFill>
                            <a:srgbClr val="000000"/>
                          </a:solidFill>
                          <a:effectLst/>
                          <a:latin typeface="+mj-lt"/>
                        </a:rPr>
                        <a:t>5.98</a:t>
                      </a:r>
                      <a:endParaRPr lang="en-IN" sz="1200" b="0" i="0" u="none" strike="noStrike">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a:solidFill>
                            <a:srgbClr val="000000"/>
                          </a:solidFill>
                          <a:effectLst/>
                          <a:latin typeface="+mj-lt"/>
                        </a:rPr>
                        <a:t>1.68</a:t>
                      </a:r>
                      <a:endParaRPr lang="en-IN" sz="1200" b="0" i="0" u="none" strike="noStrike">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dirty="0">
                          <a:solidFill>
                            <a:srgbClr val="000000"/>
                          </a:solidFill>
                          <a:effectLst/>
                          <a:latin typeface="+mj-lt"/>
                        </a:rPr>
                        <a:t>1.13</a:t>
                      </a:r>
                      <a:endParaRPr lang="en-IN" sz="1200" b="0" i="0" u="none" strike="noStrike" dirty="0">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a:solidFill>
                            <a:srgbClr val="000000"/>
                          </a:solidFill>
                          <a:effectLst/>
                          <a:latin typeface="+mj-lt"/>
                        </a:rPr>
                        <a:t>-0.45</a:t>
                      </a:r>
                      <a:endParaRPr lang="en-IN" sz="1200" b="0" i="0" u="none" strike="noStrike">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a:solidFill>
                            <a:srgbClr val="000000"/>
                          </a:solidFill>
                          <a:effectLst/>
                          <a:latin typeface="+mj-lt"/>
                        </a:rPr>
                        <a:t>-0.44</a:t>
                      </a:r>
                      <a:endParaRPr lang="en-IN" sz="1200" b="0" i="0" u="none" strike="noStrike">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a:solidFill>
                            <a:srgbClr val="000000"/>
                          </a:solidFill>
                          <a:effectLst/>
                          <a:latin typeface="+mj-lt"/>
                        </a:rPr>
                        <a:t>1.28</a:t>
                      </a:r>
                      <a:endParaRPr lang="en-IN" sz="1200" b="0" i="0" u="none" strike="noStrike">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a:solidFill>
                            <a:srgbClr val="000000"/>
                          </a:solidFill>
                          <a:effectLst/>
                          <a:latin typeface="+mj-lt"/>
                        </a:rPr>
                        <a:t>-0.50</a:t>
                      </a:r>
                      <a:endParaRPr lang="en-IN" sz="1200" b="0" i="0" u="none" strike="noStrike">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a:solidFill>
                            <a:srgbClr val="000000"/>
                          </a:solidFill>
                          <a:effectLst/>
                          <a:latin typeface="+mj-lt"/>
                        </a:rPr>
                        <a:t>-0.92</a:t>
                      </a:r>
                      <a:endParaRPr lang="en-IN" sz="1200" b="0" i="0" u="none" strike="noStrike">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a:solidFill>
                            <a:srgbClr val="000000"/>
                          </a:solidFill>
                          <a:effectLst/>
                          <a:latin typeface="+mj-lt"/>
                        </a:rPr>
                        <a:t>0.65</a:t>
                      </a:r>
                      <a:endParaRPr lang="en-IN" sz="1200" b="0" i="0" u="none" strike="noStrike">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a:solidFill>
                            <a:srgbClr val="000000"/>
                          </a:solidFill>
                          <a:effectLst/>
                          <a:latin typeface="+mj-lt"/>
                        </a:rPr>
                        <a:t>0.85</a:t>
                      </a:r>
                      <a:endParaRPr lang="en-IN" sz="1200" b="0" i="0" u="none" strike="noStrike">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a:solidFill>
                            <a:srgbClr val="000000"/>
                          </a:solidFill>
                          <a:effectLst/>
                          <a:latin typeface="+mj-lt"/>
                        </a:rPr>
                        <a:t>0.37</a:t>
                      </a:r>
                      <a:endParaRPr lang="en-IN" sz="1200" b="0" i="0" u="none" strike="noStrike">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a:solidFill>
                            <a:srgbClr val="000000"/>
                          </a:solidFill>
                          <a:effectLst/>
                          <a:latin typeface="+mj-lt"/>
                        </a:rPr>
                        <a:t>0.24</a:t>
                      </a:r>
                      <a:endParaRPr lang="en-IN" sz="1200" b="0" i="0" u="none" strike="noStrike">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a:solidFill>
                            <a:srgbClr val="000000"/>
                          </a:solidFill>
                          <a:effectLst/>
                          <a:latin typeface="+mj-lt"/>
                        </a:rPr>
                        <a:t>0.04</a:t>
                      </a:r>
                      <a:endParaRPr lang="en-IN" sz="1200" b="0" i="0" u="none" strike="noStrike">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a:solidFill>
                            <a:srgbClr val="000000"/>
                          </a:solidFill>
                          <a:effectLst/>
                          <a:latin typeface="+mj-lt"/>
                        </a:rPr>
                        <a:t>0.33</a:t>
                      </a:r>
                      <a:endParaRPr lang="en-IN" sz="1200" b="0" i="0" u="none" strike="noStrike">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a:solidFill>
                            <a:srgbClr val="000000"/>
                          </a:solidFill>
                          <a:effectLst/>
                          <a:latin typeface="+mj-lt"/>
                        </a:rPr>
                        <a:t>-0.16</a:t>
                      </a:r>
                      <a:endParaRPr lang="en-IN" sz="1200" b="0" i="0" u="none" strike="noStrike">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a:solidFill>
                            <a:srgbClr val="000000"/>
                          </a:solidFill>
                          <a:effectLst/>
                          <a:latin typeface="+mj-lt"/>
                        </a:rPr>
                        <a:t>0.30</a:t>
                      </a:r>
                      <a:endParaRPr lang="en-IN" sz="1200" b="0" i="0" u="none" strike="noStrike">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a:solidFill>
                            <a:srgbClr val="000000"/>
                          </a:solidFill>
                          <a:effectLst/>
                          <a:latin typeface="+mj-lt"/>
                        </a:rPr>
                        <a:t>-0.04</a:t>
                      </a:r>
                      <a:endParaRPr lang="en-IN" sz="1200" b="0" i="0" u="none" strike="noStrike">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a:solidFill>
                            <a:srgbClr val="000000"/>
                          </a:solidFill>
                          <a:effectLst/>
                          <a:latin typeface="+mj-lt"/>
                        </a:rPr>
                        <a:t>0.25</a:t>
                      </a:r>
                      <a:endParaRPr lang="en-IN" sz="1200" b="0" i="0" u="none" strike="noStrike">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a:solidFill>
                            <a:srgbClr val="000000"/>
                          </a:solidFill>
                          <a:effectLst/>
                          <a:latin typeface="+mj-lt"/>
                        </a:rPr>
                        <a:t>0.13</a:t>
                      </a:r>
                      <a:endParaRPr lang="en-IN" sz="1200" b="0" i="0" u="none" strike="noStrike">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a:solidFill>
                            <a:srgbClr val="000000"/>
                          </a:solidFill>
                          <a:effectLst/>
                          <a:latin typeface="+mj-lt"/>
                        </a:rPr>
                        <a:t>-0.01</a:t>
                      </a:r>
                      <a:endParaRPr lang="en-IN" sz="1200" b="0" i="0" u="none" strike="noStrike">
                        <a:solidFill>
                          <a:srgbClr val="000000"/>
                        </a:solidFill>
                        <a:effectLst/>
                        <a:latin typeface="+mj-lt"/>
                      </a:endParaRPr>
                    </a:p>
                  </a:txBody>
                  <a:tcPr marL="4536" marR="4536" marT="4536" marB="0"/>
                </a:tc>
                <a:extLst>
                  <a:ext uri="{0D108BD9-81ED-4DB2-BD59-A6C34878D82A}">
                    <a16:rowId xmlns:a16="http://schemas.microsoft.com/office/drawing/2014/main" val="1447574198"/>
                  </a:ext>
                </a:extLst>
              </a:tr>
              <a:tr h="480053">
                <a:tc>
                  <a:txBody>
                    <a:bodyPr/>
                    <a:lstStyle/>
                    <a:p>
                      <a:pPr algn="ctr" rtl="0" fontAlgn="t">
                        <a:lnSpc>
                          <a:spcPct val="150000"/>
                        </a:lnSpc>
                        <a:buNone/>
                      </a:pPr>
                      <a:r>
                        <a:rPr lang="en-IN" sz="1200" b="1" u="none" strike="noStrike" dirty="0">
                          <a:solidFill>
                            <a:srgbClr val="000000"/>
                          </a:solidFill>
                          <a:effectLst/>
                          <a:latin typeface="+mj-lt"/>
                        </a:rPr>
                        <a:t>2</a:t>
                      </a:r>
                      <a:endParaRPr lang="en-IN" sz="1200" b="1" i="0" u="none" strike="noStrike" dirty="0">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a:solidFill>
                            <a:srgbClr val="000000"/>
                          </a:solidFill>
                          <a:effectLst/>
                          <a:latin typeface="+mj-lt"/>
                        </a:rPr>
                        <a:t>4.66</a:t>
                      </a:r>
                      <a:endParaRPr lang="en-IN" sz="1200" b="0" i="0" u="none" strike="noStrike">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a:solidFill>
                            <a:srgbClr val="000000"/>
                          </a:solidFill>
                          <a:effectLst/>
                          <a:latin typeface="+mj-lt"/>
                        </a:rPr>
                        <a:t>0.48</a:t>
                      </a:r>
                      <a:endParaRPr lang="en-IN" sz="1200" b="0" i="0" u="none" strike="noStrike">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dirty="0">
                          <a:solidFill>
                            <a:srgbClr val="000000"/>
                          </a:solidFill>
                          <a:effectLst/>
                          <a:latin typeface="+mj-lt"/>
                        </a:rPr>
                        <a:t>0.72</a:t>
                      </a:r>
                      <a:endParaRPr lang="en-IN" sz="1200" b="0" i="0" u="none" strike="noStrike" dirty="0">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dirty="0">
                          <a:solidFill>
                            <a:srgbClr val="000000"/>
                          </a:solidFill>
                          <a:effectLst/>
                          <a:latin typeface="+mj-lt"/>
                        </a:rPr>
                        <a:t>-1.08</a:t>
                      </a:r>
                      <a:endParaRPr lang="en-IN" sz="1200" b="0" i="0" u="none" strike="noStrike" dirty="0">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a:solidFill>
                            <a:srgbClr val="000000"/>
                          </a:solidFill>
                          <a:effectLst/>
                          <a:latin typeface="+mj-lt"/>
                        </a:rPr>
                        <a:t>-0.03</a:t>
                      </a:r>
                      <a:endParaRPr lang="en-IN" sz="1200" b="0" i="0" u="none" strike="noStrike">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a:solidFill>
                            <a:srgbClr val="000000"/>
                          </a:solidFill>
                          <a:effectLst/>
                          <a:latin typeface="+mj-lt"/>
                        </a:rPr>
                        <a:t>-0.30</a:t>
                      </a:r>
                      <a:endParaRPr lang="en-IN" sz="1200" b="0" i="0" u="none" strike="noStrike">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dirty="0">
                          <a:solidFill>
                            <a:srgbClr val="000000"/>
                          </a:solidFill>
                          <a:effectLst/>
                          <a:latin typeface="+mj-lt"/>
                        </a:rPr>
                        <a:t>0.52</a:t>
                      </a:r>
                      <a:endParaRPr lang="en-IN" sz="1200" b="0" i="0" u="none" strike="noStrike" dirty="0">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a:solidFill>
                            <a:srgbClr val="000000"/>
                          </a:solidFill>
                          <a:effectLst/>
                          <a:latin typeface="+mj-lt"/>
                        </a:rPr>
                        <a:t>-0.66</a:t>
                      </a:r>
                      <a:endParaRPr lang="en-IN" sz="1200" b="0" i="0" u="none" strike="noStrike">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dirty="0">
                          <a:solidFill>
                            <a:srgbClr val="000000"/>
                          </a:solidFill>
                          <a:effectLst/>
                          <a:latin typeface="+mj-lt"/>
                        </a:rPr>
                        <a:t>0.65</a:t>
                      </a:r>
                      <a:endParaRPr lang="en-IN" sz="1200" b="0" i="0" u="none" strike="noStrike" dirty="0">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a:solidFill>
                            <a:srgbClr val="000000"/>
                          </a:solidFill>
                          <a:effectLst/>
                          <a:latin typeface="+mj-lt"/>
                        </a:rPr>
                        <a:t>0.14</a:t>
                      </a:r>
                      <a:endParaRPr lang="en-IN" sz="1200" b="0" i="0" u="none" strike="noStrike">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dirty="0">
                          <a:solidFill>
                            <a:srgbClr val="000000"/>
                          </a:solidFill>
                          <a:effectLst/>
                          <a:latin typeface="+mj-lt"/>
                        </a:rPr>
                        <a:t>0.27</a:t>
                      </a:r>
                      <a:endParaRPr lang="en-IN" sz="1200" b="0" i="0" u="none" strike="noStrike" dirty="0">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a:solidFill>
                            <a:srgbClr val="000000"/>
                          </a:solidFill>
                          <a:effectLst/>
                          <a:latin typeface="+mj-lt"/>
                        </a:rPr>
                        <a:t>0.27</a:t>
                      </a:r>
                      <a:endParaRPr lang="en-IN" sz="1200" b="0" i="0" u="none" strike="noStrike">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a:solidFill>
                            <a:srgbClr val="000000"/>
                          </a:solidFill>
                          <a:effectLst/>
                          <a:latin typeface="+mj-lt"/>
                        </a:rPr>
                        <a:t>0.15</a:t>
                      </a:r>
                      <a:endParaRPr lang="en-IN" sz="1200" b="0" i="0" u="none" strike="noStrike">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a:solidFill>
                            <a:srgbClr val="000000"/>
                          </a:solidFill>
                          <a:effectLst/>
                          <a:latin typeface="+mj-lt"/>
                        </a:rPr>
                        <a:t>0.26</a:t>
                      </a:r>
                      <a:endParaRPr lang="en-IN" sz="1200" b="0" i="0" u="none" strike="noStrike">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a:solidFill>
                            <a:srgbClr val="000000"/>
                          </a:solidFill>
                          <a:effectLst/>
                          <a:latin typeface="+mj-lt"/>
                        </a:rPr>
                        <a:t>-0.38</a:t>
                      </a:r>
                      <a:endParaRPr lang="en-IN" sz="1200" b="0" i="0" u="none" strike="noStrike">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a:solidFill>
                            <a:srgbClr val="000000"/>
                          </a:solidFill>
                          <a:effectLst/>
                          <a:latin typeface="+mj-lt"/>
                        </a:rPr>
                        <a:t>0.40</a:t>
                      </a:r>
                      <a:endParaRPr lang="en-IN" sz="1200" b="0" i="0" u="none" strike="noStrike">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a:solidFill>
                            <a:srgbClr val="000000"/>
                          </a:solidFill>
                          <a:effectLst/>
                          <a:latin typeface="+mj-lt"/>
                        </a:rPr>
                        <a:t>-0.09</a:t>
                      </a:r>
                      <a:endParaRPr lang="en-IN" sz="1200" b="0" i="0" u="none" strike="noStrike">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a:solidFill>
                            <a:srgbClr val="000000"/>
                          </a:solidFill>
                          <a:effectLst/>
                          <a:latin typeface="+mj-lt"/>
                        </a:rPr>
                        <a:t>0.07</a:t>
                      </a:r>
                      <a:endParaRPr lang="en-IN" sz="1200" b="0" i="0" u="none" strike="noStrike">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a:solidFill>
                            <a:srgbClr val="000000"/>
                          </a:solidFill>
                          <a:effectLst/>
                          <a:latin typeface="+mj-lt"/>
                        </a:rPr>
                        <a:t>0.19</a:t>
                      </a:r>
                      <a:endParaRPr lang="en-IN" sz="1200" b="0" i="0" u="none" strike="noStrike">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a:solidFill>
                            <a:srgbClr val="000000"/>
                          </a:solidFill>
                          <a:effectLst/>
                          <a:latin typeface="+mj-lt"/>
                        </a:rPr>
                        <a:t>0.00</a:t>
                      </a:r>
                      <a:endParaRPr lang="en-IN" sz="1200" b="0" i="0" u="none" strike="noStrike">
                        <a:solidFill>
                          <a:srgbClr val="000000"/>
                        </a:solidFill>
                        <a:effectLst/>
                        <a:latin typeface="+mj-lt"/>
                      </a:endParaRPr>
                    </a:p>
                  </a:txBody>
                  <a:tcPr marL="4536" marR="4536" marT="4536" marB="0"/>
                </a:tc>
                <a:extLst>
                  <a:ext uri="{0D108BD9-81ED-4DB2-BD59-A6C34878D82A}">
                    <a16:rowId xmlns:a16="http://schemas.microsoft.com/office/drawing/2014/main" val="2127711220"/>
                  </a:ext>
                </a:extLst>
              </a:tr>
              <a:tr h="480053">
                <a:tc>
                  <a:txBody>
                    <a:bodyPr/>
                    <a:lstStyle/>
                    <a:p>
                      <a:pPr algn="ctr" rtl="0" fontAlgn="t">
                        <a:lnSpc>
                          <a:spcPct val="150000"/>
                        </a:lnSpc>
                        <a:buNone/>
                      </a:pPr>
                      <a:r>
                        <a:rPr lang="en-IN" sz="1200" b="1" u="none" strike="noStrike" dirty="0">
                          <a:solidFill>
                            <a:srgbClr val="000000"/>
                          </a:solidFill>
                          <a:effectLst/>
                          <a:latin typeface="+mj-lt"/>
                        </a:rPr>
                        <a:t>3</a:t>
                      </a:r>
                      <a:endParaRPr lang="en-IN" sz="1200" b="1" i="0" u="none" strike="noStrike" dirty="0">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a:solidFill>
                            <a:srgbClr val="000000"/>
                          </a:solidFill>
                          <a:effectLst/>
                          <a:latin typeface="+mj-lt"/>
                        </a:rPr>
                        <a:t>3.52</a:t>
                      </a:r>
                      <a:endParaRPr lang="en-IN" sz="1200" b="0" i="0" u="none" strike="noStrike">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a:solidFill>
                            <a:srgbClr val="000000"/>
                          </a:solidFill>
                          <a:effectLst/>
                          <a:latin typeface="+mj-lt"/>
                        </a:rPr>
                        <a:t>-0.22</a:t>
                      </a:r>
                      <a:endParaRPr lang="en-IN" sz="1200" b="0" i="0" u="none" strike="noStrike">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a:solidFill>
                            <a:srgbClr val="000000"/>
                          </a:solidFill>
                          <a:effectLst/>
                          <a:latin typeface="+mj-lt"/>
                        </a:rPr>
                        <a:t>0.21</a:t>
                      </a:r>
                      <a:endParaRPr lang="en-IN" sz="1200" b="0" i="0" u="none" strike="noStrike">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a:solidFill>
                            <a:srgbClr val="000000"/>
                          </a:solidFill>
                          <a:effectLst/>
                          <a:latin typeface="+mj-lt"/>
                        </a:rPr>
                        <a:t>-0.25</a:t>
                      </a:r>
                      <a:endParaRPr lang="en-IN" sz="1200" b="0" i="0" u="none" strike="noStrike">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dirty="0">
                          <a:solidFill>
                            <a:srgbClr val="000000"/>
                          </a:solidFill>
                          <a:effectLst/>
                          <a:latin typeface="+mj-lt"/>
                        </a:rPr>
                        <a:t>-0.19</a:t>
                      </a:r>
                      <a:endParaRPr lang="en-IN" sz="1200" b="0" i="0" u="none" strike="noStrike" dirty="0">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a:solidFill>
                            <a:srgbClr val="000000"/>
                          </a:solidFill>
                          <a:effectLst/>
                          <a:latin typeface="+mj-lt"/>
                        </a:rPr>
                        <a:t>0.44</a:t>
                      </a:r>
                      <a:endParaRPr lang="en-IN" sz="1200" b="0" i="0" u="none" strike="noStrike">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a:solidFill>
                            <a:srgbClr val="000000"/>
                          </a:solidFill>
                          <a:effectLst/>
                          <a:latin typeface="+mj-lt"/>
                        </a:rPr>
                        <a:t>0.01</a:t>
                      </a:r>
                      <a:endParaRPr lang="en-IN" sz="1200" b="0" i="0" u="none" strike="noStrike">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a:solidFill>
                            <a:srgbClr val="000000"/>
                          </a:solidFill>
                          <a:effectLst/>
                          <a:latin typeface="+mj-lt"/>
                        </a:rPr>
                        <a:t>-1.44</a:t>
                      </a:r>
                      <a:endParaRPr lang="en-IN" sz="1200" b="0" i="0" u="none" strike="noStrike">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a:solidFill>
                            <a:srgbClr val="000000"/>
                          </a:solidFill>
                          <a:effectLst/>
                          <a:latin typeface="+mj-lt"/>
                        </a:rPr>
                        <a:t>0.55</a:t>
                      </a:r>
                      <a:endParaRPr lang="en-IN" sz="1200" b="0" i="0" u="none" strike="noStrike">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a:solidFill>
                            <a:srgbClr val="000000"/>
                          </a:solidFill>
                          <a:effectLst/>
                          <a:latin typeface="+mj-lt"/>
                        </a:rPr>
                        <a:t>0.07</a:t>
                      </a:r>
                      <a:endParaRPr lang="en-IN" sz="1200" b="0" i="0" u="none" strike="noStrike">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a:solidFill>
                            <a:srgbClr val="000000"/>
                          </a:solidFill>
                          <a:effectLst/>
                          <a:latin typeface="+mj-lt"/>
                        </a:rPr>
                        <a:t>-0.19</a:t>
                      </a:r>
                      <a:endParaRPr lang="en-IN" sz="1200" b="0" i="0" u="none" strike="noStrike">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a:solidFill>
                            <a:srgbClr val="000000"/>
                          </a:solidFill>
                          <a:effectLst/>
                          <a:latin typeface="+mj-lt"/>
                        </a:rPr>
                        <a:t>-0.39</a:t>
                      </a:r>
                      <a:endParaRPr lang="en-IN" sz="1200" b="0" i="0" u="none" strike="noStrike">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a:solidFill>
                            <a:srgbClr val="000000"/>
                          </a:solidFill>
                          <a:effectLst/>
                          <a:latin typeface="+mj-lt"/>
                        </a:rPr>
                        <a:t>-0.34</a:t>
                      </a:r>
                      <a:endParaRPr lang="en-IN" sz="1200" b="0" i="0" u="none" strike="noStrike">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dirty="0">
                          <a:solidFill>
                            <a:srgbClr val="000000"/>
                          </a:solidFill>
                          <a:effectLst/>
                          <a:latin typeface="+mj-lt"/>
                        </a:rPr>
                        <a:t>0.10</a:t>
                      </a:r>
                      <a:endParaRPr lang="en-IN" sz="1200" b="0" i="0" u="none" strike="noStrike" dirty="0">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dirty="0">
                          <a:solidFill>
                            <a:srgbClr val="000000"/>
                          </a:solidFill>
                          <a:effectLst/>
                          <a:latin typeface="+mj-lt"/>
                        </a:rPr>
                        <a:t>-0.10</a:t>
                      </a:r>
                      <a:endParaRPr lang="en-IN" sz="1200" b="0" i="0" u="none" strike="noStrike" dirty="0">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dirty="0">
                          <a:solidFill>
                            <a:srgbClr val="000000"/>
                          </a:solidFill>
                          <a:effectLst/>
                          <a:latin typeface="+mj-lt"/>
                        </a:rPr>
                        <a:t>-0.79</a:t>
                      </a:r>
                      <a:endParaRPr lang="en-IN" sz="1200" b="0" i="0" u="none" strike="noStrike" dirty="0">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a:solidFill>
                            <a:srgbClr val="000000"/>
                          </a:solidFill>
                          <a:effectLst/>
                          <a:latin typeface="+mj-lt"/>
                        </a:rPr>
                        <a:t>-0.26</a:t>
                      </a:r>
                      <a:endParaRPr lang="en-IN" sz="1200" b="0" i="0" u="none" strike="noStrike">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a:solidFill>
                            <a:srgbClr val="000000"/>
                          </a:solidFill>
                          <a:effectLst/>
                          <a:latin typeface="+mj-lt"/>
                        </a:rPr>
                        <a:t>-0.38</a:t>
                      </a:r>
                      <a:endParaRPr lang="en-IN" sz="1200" b="0" i="0" u="none" strike="noStrike">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a:solidFill>
                            <a:srgbClr val="000000"/>
                          </a:solidFill>
                          <a:effectLst/>
                          <a:latin typeface="+mj-lt"/>
                        </a:rPr>
                        <a:t>-0.05</a:t>
                      </a:r>
                      <a:endParaRPr lang="en-IN" sz="1200" b="0" i="0" u="none" strike="noStrike">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a:solidFill>
                            <a:srgbClr val="000000"/>
                          </a:solidFill>
                          <a:effectLst/>
                          <a:latin typeface="+mj-lt"/>
                        </a:rPr>
                        <a:t>0.00</a:t>
                      </a:r>
                      <a:endParaRPr lang="en-IN" sz="1200" b="0" i="0" u="none" strike="noStrike">
                        <a:solidFill>
                          <a:srgbClr val="000000"/>
                        </a:solidFill>
                        <a:effectLst/>
                        <a:latin typeface="+mj-lt"/>
                      </a:endParaRPr>
                    </a:p>
                  </a:txBody>
                  <a:tcPr marL="4536" marR="4536" marT="4536" marB="0"/>
                </a:tc>
                <a:extLst>
                  <a:ext uri="{0D108BD9-81ED-4DB2-BD59-A6C34878D82A}">
                    <a16:rowId xmlns:a16="http://schemas.microsoft.com/office/drawing/2014/main" val="354376259"/>
                  </a:ext>
                </a:extLst>
              </a:tr>
              <a:tr h="480053">
                <a:tc>
                  <a:txBody>
                    <a:bodyPr/>
                    <a:lstStyle/>
                    <a:p>
                      <a:pPr algn="ctr" rtl="0" fontAlgn="t">
                        <a:lnSpc>
                          <a:spcPct val="150000"/>
                        </a:lnSpc>
                        <a:buNone/>
                      </a:pPr>
                      <a:r>
                        <a:rPr lang="en-IN" sz="1200" b="1" u="none" strike="noStrike" dirty="0">
                          <a:solidFill>
                            <a:srgbClr val="000000"/>
                          </a:solidFill>
                          <a:effectLst/>
                          <a:latin typeface="+mj-lt"/>
                        </a:rPr>
                        <a:t>4</a:t>
                      </a:r>
                      <a:endParaRPr lang="en-IN" sz="1200" b="1" i="0" u="none" strike="noStrike" dirty="0">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a:solidFill>
                            <a:srgbClr val="000000"/>
                          </a:solidFill>
                          <a:effectLst/>
                          <a:latin typeface="+mj-lt"/>
                        </a:rPr>
                        <a:t>5.12</a:t>
                      </a:r>
                      <a:endParaRPr lang="en-IN" sz="1200" b="0" i="0" u="none" strike="noStrike">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a:solidFill>
                            <a:srgbClr val="000000"/>
                          </a:solidFill>
                          <a:effectLst/>
                          <a:latin typeface="+mj-lt"/>
                        </a:rPr>
                        <a:t>1.30</a:t>
                      </a:r>
                      <a:endParaRPr lang="en-IN" sz="1200" b="0" i="0" u="none" strike="noStrike">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a:solidFill>
                            <a:srgbClr val="000000"/>
                          </a:solidFill>
                          <a:effectLst/>
                          <a:latin typeface="+mj-lt"/>
                        </a:rPr>
                        <a:t>1.21</a:t>
                      </a:r>
                      <a:endParaRPr lang="en-IN" sz="1200" b="0" i="0" u="none" strike="noStrike">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a:solidFill>
                            <a:srgbClr val="000000"/>
                          </a:solidFill>
                          <a:effectLst/>
                          <a:latin typeface="+mj-lt"/>
                        </a:rPr>
                        <a:t>-1.03</a:t>
                      </a:r>
                      <a:endParaRPr lang="en-IN" sz="1200" b="0" i="0" u="none" strike="noStrike">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a:solidFill>
                            <a:srgbClr val="000000"/>
                          </a:solidFill>
                          <a:effectLst/>
                          <a:latin typeface="+mj-lt"/>
                        </a:rPr>
                        <a:t>-0.10</a:t>
                      </a:r>
                      <a:endParaRPr lang="en-IN" sz="1200" b="0" i="0" u="none" strike="noStrike">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a:solidFill>
                            <a:srgbClr val="000000"/>
                          </a:solidFill>
                          <a:effectLst/>
                          <a:latin typeface="+mj-lt"/>
                        </a:rPr>
                        <a:t>-0.80</a:t>
                      </a:r>
                      <a:endParaRPr lang="en-IN" sz="1200" b="0" i="0" u="none" strike="noStrike">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a:solidFill>
                            <a:srgbClr val="000000"/>
                          </a:solidFill>
                          <a:effectLst/>
                          <a:latin typeface="+mj-lt"/>
                        </a:rPr>
                        <a:t>0.06</a:t>
                      </a:r>
                      <a:endParaRPr lang="en-IN" sz="1200" b="0" i="0" u="none" strike="noStrike">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a:solidFill>
                            <a:srgbClr val="000000"/>
                          </a:solidFill>
                          <a:effectLst/>
                          <a:latin typeface="+mj-lt"/>
                        </a:rPr>
                        <a:t>-0.59</a:t>
                      </a:r>
                      <a:endParaRPr lang="en-IN" sz="1200" b="0" i="0" u="none" strike="noStrike">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a:solidFill>
                            <a:srgbClr val="000000"/>
                          </a:solidFill>
                          <a:effectLst/>
                          <a:latin typeface="+mj-lt"/>
                        </a:rPr>
                        <a:t>0.19</a:t>
                      </a:r>
                      <a:endParaRPr lang="en-IN" sz="1200" b="0" i="0" u="none" strike="noStrike">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a:solidFill>
                            <a:srgbClr val="000000"/>
                          </a:solidFill>
                          <a:effectLst/>
                          <a:latin typeface="+mj-lt"/>
                        </a:rPr>
                        <a:t>0.33</a:t>
                      </a:r>
                      <a:endParaRPr lang="en-IN" sz="1200" b="0" i="0" u="none" strike="noStrike">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a:solidFill>
                            <a:srgbClr val="000000"/>
                          </a:solidFill>
                          <a:effectLst/>
                          <a:latin typeface="+mj-lt"/>
                        </a:rPr>
                        <a:t>0.12</a:t>
                      </a:r>
                      <a:endParaRPr lang="en-IN" sz="1200" b="0" i="0" u="none" strike="noStrike">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a:solidFill>
                            <a:srgbClr val="000000"/>
                          </a:solidFill>
                          <a:effectLst/>
                          <a:latin typeface="+mj-lt"/>
                        </a:rPr>
                        <a:t>0.11</a:t>
                      </a:r>
                      <a:endParaRPr lang="en-IN" sz="1200" b="0" i="0" u="none" strike="noStrike">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a:solidFill>
                            <a:srgbClr val="000000"/>
                          </a:solidFill>
                          <a:effectLst/>
                          <a:latin typeface="+mj-lt"/>
                        </a:rPr>
                        <a:t>0.29</a:t>
                      </a:r>
                      <a:endParaRPr lang="en-IN" sz="1200" b="0" i="0" u="none" strike="noStrike">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a:solidFill>
                            <a:srgbClr val="000000"/>
                          </a:solidFill>
                          <a:effectLst/>
                          <a:latin typeface="+mj-lt"/>
                        </a:rPr>
                        <a:t>-0.07</a:t>
                      </a:r>
                      <a:endParaRPr lang="en-IN" sz="1200" b="0" i="0" u="none" strike="noStrike">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a:solidFill>
                            <a:srgbClr val="000000"/>
                          </a:solidFill>
                          <a:effectLst/>
                          <a:latin typeface="+mj-lt"/>
                        </a:rPr>
                        <a:t>0.00</a:t>
                      </a:r>
                      <a:endParaRPr lang="en-IN" sz="1200" b="0" i="0" u="none" strike="noStrike">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dirty="0">
                          <a:solidFill>
                            <a:srgbClr val="000000"/>
                          </a:solidFill>
                          <a:effectLst/>
                          <a:latin typeface="+mj-lt"/>
                        </a:rPr>
                        <a:t>0.28</a:t>
                      </a:r>
                      <a:endParaRPr lang="en-IN" sz="1200" b="0" i="0" u="none" strike="noStrike" dirty="0">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dirty="0">
                          <a:solidFill>
                            <a:srgbClr val="000000"/>
                          </a:solidFill>
                          <a:effectLst/>
                          <a:latin typeface="+mj-lt"/>
                        </a:rPr>
                        <a:t>-0.02</a:t>
                      </a:r>
                      <a:endParaRPr lang="en-IN" sz="1200" b="0" i="0" u="none" strike="noStrike" dirty="0">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dirty="0">
                          <a:solidFill>
                            <a:srgbClr val="000000"/>
                          </a:solidFill>
                          <a:effectLst/>
                          <a:latin typeface="+mj-lt"/>
                        </a:rPr>
                        <a:t>0.18</a:t>
                      </a:r>
                      <a:endParaRPr lang="en-IN" sz="1200" b="0" i="0" u="none" strike="noStrike" dirty="0">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dirty="0">
                          <a:solidFill>
                            <a:srgbClr val="000000"/>
                          </a:solidFill>
                          <a:effectLst/>
                          <a:latin typeface="+mj-lt"/>
                        </a:rPr>
                        <a:t>0.14</a:t>
                      </a:r>
                      <a:endParaRPr lang="en-IN" sz="1200" b="0" i="0" u="none" strike="noStrike" dirty="0">
                        <a:solidFill>
                          <a:srgbClr val="000000"/>
                        </a:solidFill>
                        <a:effectLst/>
                        <a:latin typeface="+mj-lt"/>
                      </a:endParaRPr>
                    </a:p>
                  </a:txBody>
                  <a:tcPr marL="4536" marR="4536" marT="4536" marB="0"/>
                </a:tc>
                <a:tc>
                  <a:txBody>
                    <a:bodyPr/>
                    <a:lstStyle/>
                    <a:p>
                      <a:pPr algn="ctr" rtl="0" fontAlgn="t">
                        <a:lnSpc>
                          <a:spcPct val="150000"/>
                        </a:lnSpc>
                        <a:buNone/>
                      </a:pPr>
                      <a:r>
                        <a:rPr lang="en-IN" sz="1200" b="0" u="none" strike="noStrike" dirty="0">
                          <a:solidFill>
                            <a:srgbClr val="000000"/>
                          </a:solidFill>
                          <a:effectLst/>
                          <a:latin typeface="+mj-lt"/>
                        </a:rPr>
                        <a:t>0.01</a:t>
                      </a:r>
                      <a:endParaRPr lang="en-IN" sz="1200" b="0" i="0" u="none" strike="noStrike" dirty="0">
                        <a:solidFill>
                          <a:srgbClr val="000000"/>
                        </a:solidFill>
                        <a:effectLst/>
                        <a:latin typeface="+mj-lt"/>
                      </a:endParaRPr>
                    </a:p>
                  </a:txBody>
                  <a:tcPr marL="4536" marR="4536" marT="4536" marB="0"/>
                </a:tc>
                <a:extLst>
                  <a:ext uri="{0D108BD9-81ED-4DB2-BD59-A6C34878D82A}">
                    <a16:rowId xmlns:a16="http://schemas.microsoft.com/office/drawing/2014/main" val="1957735922"/>
                  </a:ext>
                </a:extLst>
              </a:tr>
            </a:tbl>
          </a:graphicData>
        </a:graphic>
      </p:graphicFrame>
    </p:spTree>
    <p:extLst>
      <p:ext uri="{BB962C8B-B14F-4D97-AF65-F5344CB8AC3E}">
        <p14:creationId xmlns:p14="http://schemas.microsoft.com/office/powerpoint/2010/main" val="9931010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Model Building Methods</a:t>
            </a:r>
          </a:p>
        </p:txBody>
      </p:sp>
      <p:sp>
        <p:nvSpPr>
          <p:cNvPr id="2" name="Content Placeholder 1"/>
          <p:cNvSpPr>
            <a:spLocks noGrp="1"/>
          </p:cNvSpPr>
          <p:nvPr>
            <p:ph idx="1"/>
          </p:nvPr>
        </p:nvSpPr>
        <p:spPr/>
        <p:txBody>
          <a:bodyPr>
            <a:noAutofit/>
          </a:bodyPr>
          <a:lstStyle/>
          <a:p>
            <a:r>
              <a:rPr lang="en-IN" sz="1900" b="1" dirty="0"/>
              <a:t> 1. Partitioning Clustering </a:t>
            </a:r>
            <a:endParaRPr lang="en-IN" sz="1900" dirty="0"/>
          </a:p>
          <a:p>
            <a:pPr lvl="1"/>
            <a:r>
              <a:rPr lang="en-IN" sz="1900" b="1" dirty="0">
                <a:solidFill>
                  <a:srgbClr val="00B050"/>
                </a:solidFill>
              </a:rPr>
              <a:t>1.1 K-Means Clustering</a:t>
            </a:r>
          </a:p>
          <a:p>
            <a:pPr lvl="1"/>
            <a:r>
              <a:rPr lang="en-IN" sz="1900" dirty="0"/>
              <a:t>1.2 K-medoids Clustering</a:t>
            </a:r>
          </a:p>
          <a:p>
            <a:r>
              <a:rPr lang="en-IN" sz="1900" b="1" dirty="0"/>
              <a:t>2. Hierarchical Clustering </a:t>
            </a:r>
          </a:p>
          <a:p>
            <a:pPr lvl="1"/>
            <a:r>
              <a:rPr lang="en-IN" sz="1900" b="1" dirty="0">
                <a:solidFill>
                  <a:srgbClr val="00B050"/>
                </a:solidFill>
              </a:rPr>
              <a:t>2.1 Agglomerative Clustering</a:t>
            </a:r>
          </a:p>
          <a:p>
            <a:pPr lvl="1"/>
            <a:r>
              <a:rPr lang="en-IN" sz="1900" dirty="0"/>
              <a:t>2.2 Divisive Clustering</a:t>
            </a:r>
          </a:p>
          <a:p>
            <a:r>
              <a:rPr lang="en-IN" sz="1900" b="1" dirty="0"/>
              <a:t>3. Density Based Clustering</a:t>
            </a:r>
          </a:p>
          <a:p>
            <a:pPr lvl="1"/>
            <a:r>
              <a:rPr lang="en-IN" sz="1900" b="1" dirty="0">
                <a:solidFill>
                  <a:srgbClr val="00B050"/>
                </a:solidFill>
              </a:rPr>
              <a:t>3.1 DBSCAN Clustering Algorithm</a:t>
            </a:r>
          </a:p>
        </p:txBody>
      </p:sp>
    </p:spTree>
    <p:extLst>
      <p:ext uri="{BB962C8B-B14F-4D97-AF65-F5344CB8AC3E}">
        <p14:creationId xmlns:p14="http://schemas.microsoft.com/office/powerpoint/2010/main" val="3224243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CD8374-2630-4342-7C99-D9874A6B539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73CB9C6-4D3B-9817-5A24-432E675C77AB}"/>
              </a:ext>
            </a:extLst>
          </p:cNvPr>
          <p:cNvSpPr>
            <a:spLocks noGrp="1"/>
          </p:cNvSpPr>
          <p:nvPr>
            <p:ph type="title"/>
          </p:nvPr>
        </p:nvSpPr>
        <p:spPr/>
        <p:txBody>
          <a:bodyPr/>
          <a:lstStyle/>
          <a:p>
            <a:r>
              <a:rPr lang="en-US" dirty="0"/>
              <a:t>Model Building Methods</a:t>
            </a:r>
          </a:p>
        </p:txBody>
      </p:sp>
      <p:sp>
        <p:nvSpPr>
          <p:cNvPr id="2" name="Content Placeholder 1">
            <a:extLst>
              <a:ext uri="{FF2B5EF4-FFF2-40B4-BE49-F238E27FC236}">
                <a16:creationId xmlns:a16="http://schemas.microsoft.com/office/drawing/2014/main" id="{52D404C0-47B4-73E7-5023-4BFE109589CE}"/>
              </a:ext>
            </a:extLst>
          </p:cNvPr>
          <p:cNvSpPr>
            <a:spLocks noGrp="1"/>
          </p:cNvSpPr>
          <p:nvPr>
            <p:ph idx="1"/>
          </p:nvPr>
        </p:nvSpPr>
        <p:spPr/>
        <p:txBody>
          <a:bodyPr>
            <a:noAutofit/>
          </a:bodyPr>
          <a:lstStyle/>
          <a:p>
            <a:r>
              <a:rPr lang="en-US" sz="1900" b="1" dirty="0"/>
              <a:t>4. </a:t>
            </a:r>
            <a:r>
              <a:rPr lang="en-IN" sz="1900" b="1" dirty="0"/>
              <a:t>Model-Based Clustering</a:t>
            </a:r>
            <a:endParaRPr lang="en-IN" sz="1900" dirty="0"/>
          </a:p>
          <a:p>
            <a:pPr lvl="1"/>
            <a:r>
              <a:rPr lang="fr-FR" sz="1900" b="1" dirty="0">
                <a:solidFill>
                  <a:srgbClr val="00B050"/>
                </a:solidFill>
              </a:rPr>
              <a:t>4.1 </a:t>
            </a:r>
            <a:r>
              <a:rPr lang="fr-FR" sz="1900" b="1" dirty="0" err="1">
                <a:solidFill>
                  <a:srgbClr val="00B050"/>
                </a:solidFill>
              </a:rPr>
              <a:t>Gaussian</a:t>
            </a:r>
            <a:r>
              <a:rPr lang="fr-FR" sz="1900" b="1" dirty="0">
                <a:solidFill>
                  <a:srgbClr val="00B050"/>
                </a:solidFill>
              </a:rPr>
              <a:t> Mixture </a:t>
            </a:r>
            <a:r>
              <a:rPr lang="fr-FR" sz="1900" b="1" dirty="0" err="1">
                <a:solidFill>
                  <a:srgbClr val="00B050"/>
                </a:solidFill>
              </a:rPr>
              <a:t>Models</a:t>
            </a:r>
            <a:r>
              <a:rPr lang="fr-FR" sz="1900" b="1" dirty="0">
                <a:solidFill>
                  <a:srgbClr val="00B050"/>
                </a:solidFill>
              </a:rPr>
              <a:t> (</a:t>
            </a:r>
            <a:r>
              <a:rPr lang="fr-FR" sz="1900" b="1" dirty="0" err="1">
                <a:solidFill>
                  <a:srgbClr val="00B050"/>
                </a:solidFill>
              </a:rPr>
              <a:t>GMMs</a:t>
            </a:r>
            <a:r>
              <a:rPr lang="fr-FR" sz="1900" b="1" dirty="0">
                <a:solidFill>
                  <a:srgbClr val="00B050"/>
                </a:solidFill>
              </a:rPr>
              <a:t>)</a:t>
            </a:r>
          </a:p>
          <a:p>
            <a:r>
              <a:rPr lang="en-US" sz="1900" b="1" dirty="0"/>
              <a:t>5. Fuzzy Clustering</a:t>
            </a:r>
          </a:p>
          <a:p>
            <a:pPr lvl="1"/>
            <a:r>
              <a:rPr lang="en-IN" sz="1900" dirty="0"/>
              <a:t>5.1 Fuzzy C-Means Algorithm</a:t>
            </a:r>
          </a:p>
          <a:p>
            <a:pPr marL="320040" lvl="1" indent="0">
              <a:buNone/>
            </a:pPr>
            <a:endParaRPr lang="en-US" sz="1900" dirty="0"/>
          </a:p>
        </p:txBody>
      </p:sp>
    </p:spTree>
    <p:extLst>
      <p:ext uri="{BB962C8B-B14F-4D97-AF65-F5344CB8AC3E}">
        <p14:creationId xmlns:p14="http://schemas.microsoft.com/office/powerpoint/2010/main" val="2987627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2ECBC5-0562-CCA6-A267-6C55E4DBD69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197D7B4-8108-3DAA-4A2E-4E0C30BA7343}"/>
              </a:ext>
            </a:extLst>
          </p:cNvPr>
          <p:cNvSpPr>
            <a:spLocks noGrp="1"/>
          </p:cNvSpPr>
          <p:nvPr>
            <p:ph type="title"/>
          </p:nvPr>
        </p:nvSpPr>
        <p:spPr/>
        <p:txBody>
          <a:bodyPr/>
          <a:lstStyle/>
          <a:p>
            <a:r>
              <a:rPr lang="en-US" dirty="0"/>
              <a:t>Model Selection Metric</a:t>
            </a:r>
          </a:p>
        </p:txBody>
      </p:sp>
      <p:pic>
        <p:nvPicPr>
          <p:cNvPr id="2052" name="Picture 4">
            <a:extLst>
              <a:ext uri="{FF2B5EF4-FFF2-40B4-BE49-F238E27FC236}">
                <a16:creationId xmlns:a16="http://schemas.microsoft.com/office/drawing/2014/main" id="{AB0F2C96-3A3F-0C41-396E-2DD0A8602E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69876" y="2348880"/>
            <a:ext cx="5688632" cy="3393629"/>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E9FDA4C5-4038-1323-8E42-F171BD55EFC3}"/>
              </a:ext>
            </a:extLst>
          </p:cNvPr>
          <p:cNvSpPr txBox="1"/>
          <p:nvPr/>
        </p:nvSpPr>
        <p:spPr>
          <a:xfrm>
            <a:off x="1522411" y="1676400"/>
            <a:ext cx="6096000" cy="369332"/>
          </a:xfrm>
          <a:prstGeom prst="rect">
            <a:avLst/>
          </a:prstGeom>
          <a:noFill/>
          <a:ln>
            <a:solidFill>
              <a:schemeClr val="accent1">
                <a:lumMod val="20000"/>
                <a:lumOff val="80000"/>
              </a:schemeClr>
            </a:solidFill>
          </a:ln>
        </p:spPr>
        <p:txBody>
          <a:bodyPr wrap="square">
            <a:spAutoFit/>
          </a:bodyPr>
          <a:lstStyle/>
          <a:p>
            <a:r>
              <a:rPr lang="en-US" b="1" dirty="0">
                <a:latin typeface="+mj-lt"/>
              </a:rPr>
              <a:t>Silhouette Score and Elbow Curve</a:t>
            </a:r>
            <a:endParaRPr lang="en-IN" b="1" dirty="0">
              <a:latin typeface="+mj-lt"/>
            </a:endParaRPr>
          </a:p>
        </p:txBody>
      </p:sp>
      <p:pic>
        <p:nvPicPr>
          <p:cNvPr id="10242" name="Picture 2">
            <a:extLst>
              <a:ext uri="{FF2B5EF4-FFF2-40B4-BE49-F238E27FC236}">
                <a16:creationId xmlns:a16="http://schemas.microsoft.com/office/drawing/2014/main" id="{F7367AC0-4CB5-2F13-E30D-B4049F820DF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23905" y="2348880"/>
            <a:ext cx="5064920" cy="334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49243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6D3C32-8B2D-3506-65DD-044A7EA8A0C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78CB45C-5A5E-9B81-ADAC-EE0FD3BD64CB}"/>
              </a:ext>
            </a:extLst>
          </p:cNvPr>
          <p:cNvSpPr>
            <a:spLocks noGrp="1"/>
          </p:cNvSpPr>
          <p:nvPr>
            <p:ph type="title"/>
          </p:nvPr>
        </p:nvSpPr>
        <p:spPr/>
        <p:txBody>
          <a:bodyPr/>
          <a:lstStyle/>
          <a:p>
            <a:r>
              <a:rPr lang="en-US" dirty="0"/>
              <a:t>Clustering Based on PCA Components</a:t>
            </a:r>
          </a:p>
        </p:txBody>
      </p:sp>
      <p:sp>
        <p:nvSpPr>
          <p:cNvPr id="4" name="Text Placeholder 7">
            <a:extLst>
              <a:ext uri="{FF2B5EF4-FFF2-40B4-BE49-F238E27FC236}">
                <a16:creationId xmlns:a16="http://schemas.microsoft.com/office/drawing/2014/main" id="{4DE46833-2B90-23CD-F4A5-7C3BEEE547F2}"/>
              </a:ext>
            </a:extLst>
          </p:cNvPr>
          <p:cNvSpPr txBox="1">
            <a:spLocks/>
          </p:cNvSpPr>
          <p:nvPr/>
        </p:nvSpPr>
        <p:spPr>
          <a:xfrm>
            <a:off x="1539575" y="5715000"/>
            <a:ext cx="9126838" cy="533400"/>
          </a:xfrm>
          <a:prstGeom prst="rect">
            <a:avLst/>
          </a:prstGeom>
        </p:spPr>
        <p:txBody>
          <a:bodyPr anchor="b">
            <a:normAutofit/>
          </a:bodyPr>
          <a:lstStyle>
            <a:lvl1pPr marL="0" indent="0" algn="l" defTabSz="914400" rtl="0" eaLnBrk="1" latinLnBrk="0" hangingPunct="1">
              <a:lnSpc>
                <a:spcPct val="90000"/>
              </a:lnSpc>
              <a:spcBef>
                <a:spcPts val="1800"/>
              </a:spcBef>
              <a:buClr>
                <a:schemeClr val="tx1"/>
              </a:buClr>
              <a:buSzPct val="80000"/>
              <a:buFont typeface="Wingdings" pitchFamily="2" charset="2"/>
              <a:buNone/>
              <a:defRPr sz="1800" kern="1200">
                <a:solidFill>
                  <a:schemeClr val="tx1"/>
                </a:solidFill>
                <a:latin typeface="+mn-lt"/>
                <a:ea typeface="+mn-ea"/>
                <a:cs typeface="+mn-cs"/>
              </a:defRPr>
            </a:lvl1pPr>
            <a:lvl2pPr marL="320040" indent="0" algn="l" defTabSz="914400" rtl="0" eaLnBrk="1" latinLnBrk="0" hangingPunct="1">
              <a:lnSpc>
                <a:spcPct val="90000"/>
              </a:lnSpc>
              <a:spcBef>
                <a:spcPts val="1000"/>
              </a:spcBef>
              <a:buClr>
                <a:schemeClr val="tx1"/>
              </a:buClr>
              <a:buSzPct val="100000"/>
              <a:buFont typeface="Arial" pitchFamily="34" charset="0"/>
              <a:buNone/>
              <a:defRPr sz="2000" kern="1200">
                <a:solidFill>
                  <a:schemeClr val="tx1"/>
                </a:solidFill>
                <a:latin typeface="+mn-lt"/>
                <a:ea typeface="+mn-ea"/>
                <a:cs typeface="+mn-cs"/>
              </a:defRPr>
            </a:lvl2pPr>
            <a:lvl3pPr marL="594360" indent="0" algn="l" defTabSz="914400" rtl="0" eaLnBrk="1" latinLnBrk="0" hangingPunct="1">
              <a:lnSpc>
                <a:spcPct val="90000"/>
              </a:lnSpc>
              <a:spcBef>
                <a:spcPts val="800"/>
              </a:spcBef>
              <a:buClr>
                <a:schemeClr val="tx1"/>
              </a:buClr>
              <a:buSzPct val="80000"/>
              <a:buFont typeface="Wingdings" pitchFamily="2" charset="2"/>
              <a:buNone/>
              <a:defRPr sz="1800" kern="1200">
                <a:solidFill>
                  <a:schemeClr val="tx1"/>
                </a:solidFill>
                <a:latin typeface="+mn-lt"/>
                <a:ea typeface="+mn-ea"/>
                <a:cs typeface="+mn-cs"/>
              </a:defRPr>
            </a:lvl3pPr>
            <a:lvl4pPr marL="868680" indent="0" algn="l" defTabSz="914400" rtl="0" eaLnBrk="1" latinLnBrk="0" hangingPunct="1">
              <a:lnSpc>
                <a:spcPct val="90000"/>
              </a:lnSpc>
              <a:spcBef>
                <a:spcPts val="800"/>
              </a:spcBef>
              <a:buClr>
                <a:schemeClr val="tx1"/>
              </a:buClr>
              <a:buSzPct val="100000"/>
              <a:buFont typeface="Arial" pitchFamily="34" charset="0"/>
              <a:buNone/>
              <a:defRPr sz="1600" kern="1200">
                <a:solidFill>
                  <a:schemeClr val="tx1"/>
                </a:solidFill>
                <a:latin typeface="+mn-lt"/>
                <a:ea typeface="+mn-ea"/>
                <a:cs typeface="+mn-cs"/>
              </a:defRPr>
            </a:lvl4pPr>
            <a:lvl5pPr marL="1097280" indent="0" algn="l" defTabSz="914400" rtl="0" eaLnBrk="1" latinLnBrk="0" hangingPunct="1">
              <a:lnSpc>
                <a:spcPct val="90000"/>
              </a:lnSpc>
              <a:spcBef>
                <a:spcPts val="800"/>
              </a:spcBef>
              <a:buClr>
                <a:schemeClr val="tx1"/>
              </a:buClr>
              <a:buSzPct val="80000"/>
              <a:buFont typeface="Wingdings" pitchFamily="2" charset="2"/>
              <a:buNone/>
              <a:defRPr sz="1600" kern="1200">
                <a:solidFill>
                  <a:schemeClr val="tx1"/>
                </a:solidFill>
                <a:latin typeface="+mn-lt"/>
                <a:ea typeface="+mn-ea"/>
                <a:cs typeface="+mn-cs"/>
              </a:defRPr>
            </a:lvl5pPr>
            <a:lvl6pPr marL="1554480" indent="-228600" algn="l" defTabSz="914400" rtl="0" eaLnBrk="1" latinLnBrk="0" hangingPunct="1">
              <a:lnSpc>
                <a:spcPct val="90000"/>
              </a:lnSpc>
              <a:spcBef>
                <a:spcPts val="800"/>
              </a:spcBef>
              <a:buClr>
                <a:schemeClr val="tx1"/>
              </a:buClr>
              <a:buSzPct val="100000"/>
              <a:buFont typeface="Arial" pitchFamily="34" charset="0"/>
              <a:buChar char="–"/>
              <a:defRPr sz="1600" kern="1200">
                <a:solidFill>
                  <a:schemeClr val="tx1"/>
                </a:solidFill>
                <a:latin typeface="+mn-lt"/>
                <a:ea typeface="+mn-ea"/>
                <a:cs typeface="+mn-cs"/>
              </a:defRPr>
            </a:lvl6pPr>
            <a:lvl7pPr marL="1783080" indent="-228600" algn="l" defTabSz="914400" rtl="0" eaLnBrk="1" latinLnBrk="0" hangingPunct="1">
              <a:lnSpc>
                <a:spcPct val="90000"/>
              </a:lnSpc>
              <a:spcBef>
                <a:spcPts val="800"/>
              </a:spcBef>
              <a:buClr>
                <a:schemeClr val="tx1"/>
              </a:buClr>
              <a:buSzPct val="80000"/>
              <a:buFont typeface="Wingdings" pitchFamily="2" charset="2"/>
              <a:buChar char="§"/>
              <a:defRPr sz="1600" kern="1200">
                <a:solidFill>
                  <a:schemeClr val="tx1"/>
                </a:solidFill>
                <a:latin typeface="+mn-lt"/>
                <a:ea typeface="+mn-ea"/>
                <a:cs typeface="+mn-cs"/>
              </a:defRPr>
            </a:lvl7pPr>
            <a:lvl8pPr marL="2011680" indent="-228600" algn="l" defTabSz="914400" rtl="0" eaLnBrk="1" latinLnBrk="0" hangingPunct="1">
              <a:lnSpc>
                <a:spcPct val="90000"/>
              </a:lnSpc>
              <a:spcBef>
                <a:spcPts val="800"/>
              </a:spcBef>
              <a:buClr>
                <a:schemeClr val="tx1"/>
              </a:buClr>
              <a:buSzPct val="100000"/>
              <a:buFont typeface="Arial" pitchFamily="34" charset="0"/>
              <a:buChar char="–"/>
              <a:defRPr sz="1600" kern="1200">
                <a:solidFill>
                  <a:schemeClr val="tx1"/>
                </a:solidFill>
                <a:latin typeface="+mn-lt"/>
                <a:ea typeface="+mn-ea"/>
                <a:cs typeface="+mn-cs"/>
              </a:defRPr>
            </a:lvl8pPr>
            <a:lvl9pPr marL="2240280" indent="-228600" algn="l" defTabSz="914400" rtl="0" eaLnBrk="1" latinLnBrk="0" hangingPunct="1">
              <a:lnSpc>
                <a:spcPct val="90000"/>
              </a:lnSpc>
              <a:spcBef>
                <a:spcPts val="800"/>
              </a:spcBef>
              <a:buClr>
                <a:schemeClr val="tx1"/>
              </a:buClr>
              <a:buSzPct val="80000"/>
              <a:buFont typeface="Wingdings" pitchFamily="2" charset="2"/>
              <a:buChar char="§"/>
              <a:defRPr sz="1600" kern="1200">
                <a:solidFill>
                  <a:schemeClr val="tx1"/>
                </a:solidFill>
                <a:latin typeface="+mn-lt"/>
                <a:ea typeface="+mn-ea"/>
                <a:cs typeface="+mn-cs"/>
              </a:defRPr>
            </a:lvl9pPr>
          </a:lstStyle>
          <a:p>
            <a:r>
              <a:rPr lang="en-US" sz="1600" dirty="0"/>
              <a:t>-for more info…List location or contact for specification (or other related documents)</a:t>
            </a:r>
          </a:p>
        </p:txBody>
      </p:sp>
      <p:pic>
        <p:nvPicPr>
          <p:cNvPr id="4098" name="Picture 2">
            <a:extLst>
              <a:ext uri="{FF2B5EF4-FFF2-40B4-BE49-F238E27FC236}">
                <a16:creationId xmlns:a16="http://schemas.microsoft.com/office/drawing/2014/main" id="{14BE1ED5-FEEA-82BB-BCB0-FBC88AD49B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9836" y="1593272"/>
            <a:ext cx="5384470" cy="428400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9039D61D-37CF-BC18-87EB-FB44915677A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26460" y="1665272"/>
            <a:ext cx="5203478" cy="4049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75350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AB8DFA-A617-EF94-A777-B6DEAE71F4B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2479CD9-3BA1-8C7A-CBD6-AD958C38899B}"/>
              </a:ext>
            </a:extLst>
          </p:cNvPr>
          <p:cNvSpPr>
            <a:spLocks noGrp="1"/>
          </p:cNvSpPr>
          <p:nvPr>
            <p:ph type="title"/>
          </p:nvPr>
        </p:nvSpPr>
        <p:spPr/>
        <p:txBody>
          <a:bodyPr/>
          <a:lstStyle/>
          <a:p>
            <a:r>
              <a:rPr lang="en-US" dirty="0"/>
              <a:t>Model Selection &amp; Fitting </a:t>
            </a:r>
          </a:p>
        </p:txBody>
      </p:sp>
      <p:pic>
        <p:nvPicPr>
          <p:cNvPr id="5" name="Picture 4">
            <a:extLst>
              <a:ext uri="{FF2B5EF4-FFF2-40B4-BE49-F238E27FC236}">
                <a16:creationId xmlns:a16="http://schemas.microsoft.com/office/drawing/2014/main" id="{D1114D50-6EF1-361B-BEBF-E236F92F80F6}"/>
              </a:ext>
            </a:extLst>
          </p:cNvPr>
          <p:cNvPicPr>
            <a:picLocks noChangeAspect="1"/>
          </p:cNvPicPr>
          <p:nvPr/>
        </p:nvPicPr>
        <p:blipFill>
          <a:blip r:embed="rId3"/>
          <a:stretch>
            <a:fillRect/>
          </a:stretch>
        </p:blipFill>
        <p:spPr>
          <a:xfrm>
            <a:off x="1269876" y="2204864"/>
            <a:ext cx="9735050" cy="1714588"/>
          </a:xfrm>
          <a:prstGeom prst="rect">
            <a:avLst/>
          </a:prstGeom>
        </p:spPr>
      </p:pic>
    </p:spTree>
    <p:extLst>
      <p:ext uri="{BB962C8B-B14F-4D97-AF65-F5344CB8AC3E}">
        <p14:creationId xmlns:p14="http://schemas.microsoft.com/office/powerpoint/2010/main" val="37993781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FC6CA-C8CC-BFA4-F861-3066C582BEAE}"/>
              </a:ext>
            </a:extLst>
          </p:cNvPr>
          <p:cNvSpPr>
            <a:spLocks noGrp="1"/>
          </p:cNvSpPr>
          <p:nvPr>
            <p:ph type="title"/>
          </p:nvPr>
        </p:nvSpPr>
        <p:spPr/>
        <p:txBody>
          <a:bodyPr/>
          <a:lstStyle/>
          <a:p>
            <a:r>
              <a:rPr lang="en-IN" dirty="0"/>
              <a:t>UI and Output</a:t>
            </a:r>
          </a:p>
        </p:txBody>
      </p:sp>
      <p:pic>
        <p:nvPicPr>
          <p:cNvPr id="5" name="Picture 4">
            <a:extLst>
              <a:ext uri="{FF2B5EF4-FFF2-40B4-BE49-F238E27FC236}">
                <a16:creationId xmlns:a16="http://schemas.microsoft.com/office/drawing/2014/main" id="{C9285713-2CF2-6E13-AB23-F17167B437D2}"/>
              </a:ext>
            </a:extLst>
          </p:cNvPr>
          <p:cNvPicPr>
            <a:picLocks noChangeAspect="1"/>
          </p:cNvPicPr>
          <p:nvPr/>
        </p:nvPicPr>
        <p:blipFill>
          <a:blip r:embed="rId2"/>
          <a:stretch>
            <a:fillRect/>
          </a:stretch>
        </p:blipFill>
        <p:spPr>
          <a:xfrm>
            <a:off x="16508" y="1676394"/>
            <a:ext cx="10974448" cy="4608000"/>
          </a:xfrm>
          <a:prstGeom prst="rect">
            <a:avLst/>
          </a:prstGeom>
        </p:spPr>
      </p:pic>
    </p:spTree>
    <p:extLst>
      <p:ext uri="{BB962C8B-B14F-4D97-AF65-F5344CB8AC3E}">
        <p14:creationId xmlns:p14="http://schemas.microsoft.com/office/powerpoint/2010/main" val="21209524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98B126-A27D-BB02-B0DD-ADB9944B02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7CD9AF-EF87-A49E-368B-8DA45E4FA7B7}"/>
              </a:ext>
            </a:extLst>
          </p:cNvPr>
          <p:cNvSpPr>
            <a:spLocks noGrp="1"/>
          </p:cNvSpPr>
          <p:nvPr>
            <p:ph type="title"/>
          </p:nvPr>
        </p:nvSpPr>
        <p:spPr/>
        <p:txBody>
          <a:bodyPr/>
          <a:lstStyle/>
          <a:p>
            <a:r>
              <a:rPr lang="en-IN" dirty="0"/>
              <a:t>Deployment</a:t>
            </a:r>
          </a:p>
        </p:txBody>
      </p:sp>
      <p:sp>
        <p:nvSpPr>
          <p:cNvPr id="3" name="Content Placeholder 2">
            <a:extLst>
              <a:ext uri="{FF2B5EF4-FFF2-40B4-BE49-F238E27FC236}">
                <a16:creationId xmlns:a16="http://schemas.microsoft.com/office/drawing/2014/main" id="{03A89FFE-5BE6-F5A0-521F-F908151E17DF}"/>
              </a:ext>
            </a:extLst>
          </p:cNvPr>
          <p:cNvSpPr>
            <a:spLocks noGrp="1"/>
          </p:cNvSpPr>
          <p:nvPr>
            <p:ph idx="1"/>
          </p:nvPr>
        </p:nvSpPr>
        <p:spPr/>
        <p:txBody>
          <a:bodyPr>
            <a:noAutofit/>
          </a:bodyPr>
          <a:lstStyle/>
          <a:p>
            <a:pPr defTabSz="914126" eaLnBrk="0" fontAlgn="base" hangingPunct="0">
              <a:lnSpc>
                <a:spcPct val="150000"/>
              </a:lnSpc>
              <a:spcBef>
                <a:spcPct val="0"/>
              </a:spcBef>
              <a:spcAft>
                <a:spcPct val="0"/>
              </a:spcAft>
              <a:buClrTx/>
              <a:buSzTx/>
              <a:buFontTx/>
              <a:buChar char="•"/>
            </a:pPr>
            <a:r>
              <a:rPr lang="en-US" altLang="en-US" sz="1600" b="1" dirty="0">
                <a:latin typeface="+mj-lt"/>
              </a:rPr>
              <a:t>Deployment Platform</a:t>
            </a:r>
            <a:r>
              <a:rPr lang="en-US" altLang="en-US" sz="1600" dirty="0">
                <a:latin typeface="+mj-lt"/>
              </a:rPr>
              <a:t>: </a:t>
            </a:r>
            <a:r>
              <a:rPr lang="en-US" altLang="en-US" sz="1600" b="1" dirty="0" err="1">
                <a:latin typeface="+mj-lt"/>
              </a:rPr>
              <a:t>Streamlit</a:t>
            </a:r>
            <a:r>
              <a:rPr lang="en-US" altLang="en-US" sz="1600" dirty="0">
                <a:latin typeface="+mj-lt"/>
              </a:rPr>
              <a:t> – A Python-based framework for creating interactive web apps quickly.</a:t>
            </a:r>
          </a:p>
          <a:p>
            <a:pPr defTabSz="914126" eaLnBrk="0" fontAlgn="base" hangingPunct="0">
              <a:lnSpc>
                <a:spcPct val="150000"/>
              </a:lnSpc>
              <a:spcBef>
                <a:spcPct val="0"/>
              </a:spcBef>
              <a:spcAft>
                <a:spcPct val="0"/>
              </a:spcAft>
              <a:buClrTx/>
              <a:buSzTx/>
              <a:buFontTx/>
              <a:buChar char="•"/>
            </a:pPr>
            <a:r>
              <a:rPr lang="en-US" altLang="en-US" sz="1600" b="1" dirty="0">
                <a:latin typeface="+mj-lt"/>
              </a:rPr>
              <a:t>User Interface </a:t>
            </a:r>
            <a:r>
              <a:rPr lang="en-US" altLang="en-US" sz="1600" dirty="0">
                <a:latin typeface="+mj-lt"/>
              </a:rPr>
              <a:t>: Built using CSS and HTML.</a:t>
            </a:r>
          </a:p>
          <a:p>
            <a:pPr defTabSz="914126" eaLnBrk="0" fontAlgn="base" hangingPunct="0">
              <a:lnSpc>
                <a:spcPct val="150000"/>
              </a:lnSpc>
              <a:spcBef>
                <a:spcPct val="0"/>
              </a:spcBef>
              <a:spcAft>
                <a:spcPct val="0"/>
              </a:spcAft>
              <a:buClrTx/>
              <a:buSzTx/>
              <a:buFontTx/>
              <a:buChar char="•"/>
            </a:pPr>
            <a:r>
              <a:rPr lang="en-US" altLang="en-US" sz="1600" b="1" dirty="0">
                <a:latin typeface="+mj-lt"/>
              </a:rPr>
              <a:t>Model Building Workflow:</a:t>
            </a:r>
            <a:endParaRPr lang="en-US" altLang="en-US" sz="1600" dirty="0">
              <a:latin typeface="+mj-lt"/>
            </a:endParaRPr>
          </a:p>
          <a:p>
            <a:pPr lvl="1" defTabSz="914126" eaLnBrk="0" fontAlgn="base" hangingPunct="0">
              <a:lnSpc>
                <a:spcPct val="150000"/>
              </a:lnSpc>
              <a:spcBef>
                <a:spcPct val="0"/>
              </a:spcBef>
              <a:spcAft>
                <a:spcPct val="0"/>
              </a:spcAft>
              <a:buClrTx/>
              <a:buSzTx/>
            </a:pPr>
            <a:r>
              <a:rPr lang="en-US" altLang="en-US" sz="1600" b="1" dirty="0">
                <a:latin typeface="+mj-lt"/>
              </a:rPr>
              <a:t>Model Saving</a:t>
            </a:r>
            <a:r>
              <a:rPr lang="en-US" altLang="en-US" sz="1600" dirty="0">
                <a:latin typeface="+mj-lt"/>
              </a:rPr>
              <a:t> – Trained ML models (K-means, DBSCAN, Hierarchical Clustering - Agglomerative ,</a:t>
            </a:r>
            <a:r>
              <a:rPr lang="en-IN" sz="1600" b="1" dirty="0">
                <a:latin typeface="+mj-lt"/>
              </a:rPr>
              <a:t> </a:t>
            </a:r>
            <a:r>
              <a:rPr lang="en-IN" sz="1600" dirty="0">
                <a:latin typeface="+mj-lt"/>
              </a:rPr>
              <a:t>Gaussian Mixture Model</a:t>
            </a:r>
          </a:p>
          <a:p>
            <a:pPr marL="320040" lvl="1" indent="0" defTabSz="914126" eaLnBrk="0" fontAlgn="base" hangingPunct="0">
              <a:lnSpc>
                <a:spcPct val="150000"/>
              </a:lnSpc>
              <a:spcBef>
                <a:spcPct val="0"/>
              </a:spcBef>
              <a:spcAft>
                <a:spcPct val="0"/>
              </a:spcAft>
              <a:buClrTx/>
              <a:buSzTx/>
              <a:buNone/>
            </a:pPr>
            <a:r>
              <a:rPr lang="en-US" altLang="en-US" sz="1600" dirty="0">
                <a:latin typeface="+mj-lt"/>
              </a:rPr>
              <a:t>GMM Clustering  ) saved using </a:t>
            </a:r>
            <a:r>
              <a:rPr lang="en-US" altLang="en-US" sz="1600" b="1" dirty="0">
                <a:latin typeface="+mj-lt"/>
              </a:rPr>
              <a:t>pickle</a:t>
            </a:r>
            <a:r>
              <a:rPr lang="en-US" altLang="en-US" sz="1600" dirty="0">
                <a:latin typeface="+mj-lt"/>
              </a:rPr>
              <a:t> or </a:t>
            </a:r>
            <a:r>
              <a:rPr lang="en-US" altLang="en-US" sz="1600" b="1" dirty="0" err="1">
                <a:latin typeface="+mj-lt"/>
              </a:rPr>
              <a:t>joblib</a:t>
            </a:r>
            <a:r>
              <a:rPr lang="en-US" altLang="en-US" sz="1600" dirty="0">
                <a:latin typeface="+mj-lt"/>
              </a:rPr>
              <a:t>.</a:t>
            </a:r>
          </a:p>
          <a:p>
            <a:pPr lvl="1" defTabSz="914126" eaLnBrk="0" fontAlgn="base" hangingPunct="0">
              <a:lnSpc>
                <a:spcPct val="150000"/>
              </a:lnSpc>
              <a:spcBef>
                <a:spcPct val="0"/>
              </a:spcBef>
              <a:spcAft>
                <a:spcPct val="0"/>
              </a:spcAft>
              <a:buClrTx/>
              <a:buSzTx/>
            </a:pPr>
            <a:r>
              <a:rPr lang="en-US" altLang="en-US" sz="1600" b="1" dirty="0">
                <a:latin typeface="+mj-lt"/>
              </a:rPr>
              <a:t>Web Interface</a:t>
            </a:r>
            <a:r>
              <a:rPr lang="en-US" altLang="en-US" sz="1600" dirty="0">
                <a:latin typeface="+mj-lt"/>
              </a:rPr>
              <a:t> – Built input forms for financial ratios, allowing users to enter company data easily.</a:t>
            </a:r>
          </a:p>
          <a:p>
            <a:pPr lvl="1" defTabSz="914126" eaLnBrk="0" fontAlgn="base" hangingPunct="0">
              <a:lnSpc>
                <a:spcPct val="150000"/>
              </a:lnSpc>
              <a:spcBef>
                <a:spcPct val="0"/>
              </a:spcBef>
              <a:spcAft>
                <a:spcPct val="0"/>
              </a:spcAft>
              <a:buClrTx/>
              <a:buSzTx/>
            </a:pPr>
            <a:r>
              <a:rPr lang="en-US" altLang="en-US" sz="1600" b="1" dirty="0">
                <a:latin typeface="+mj-lt"/>
              </a:rPr>
              <a:t>Prediction Logic</a:t>
            </a:r>
            <a:r>
              <a:rPr lang="en-US" altLang="en-US" sz="1600" dirty="0">
                <a:latin typeface="+mj-lt"/>
              </a:rPr>
              <a:t> – User inputs processed and passed to the selected ML model to classify the countries </a:t>
            </a:r>
          </a:p>
          <a:p>
            <a:pPr lvl="1" defTabSz="914126" eaLnBrk="0" fontAlgn="base" hangingPunct="0">
              <a:lnSpc>
                <a:spcPct val="150000"/>
              </a:lnSpc>
              <a:spcBef>
                <a:spcPct val="0"/>
              </a:spcBef>
              <a:spcAft>
                <a:spcPct val="0"/>
              </a:spcAft>
              <a:buClrTx/>
              <a:buSzTx/>
            </a:pPr>
            <a:r>
              <a:rPr lang="en-US" altLang="en-US" sz="1600" b="1" dirty="0">
                <a:latin typeface="+mj-lt"/>
              </a:rPr>
              <a:t>Results Display</a:t>
            </a:r>
            <a:r>
              <a:rPr lang="en-US" altLang="en-US" sz="1600" dirty="0">
                <a:latin typeface="+mj-lt"/>
              </a:rPr>
              <a:t> – The countries were classified into 4 clusters</a:t>
            </a:r>
          </a:p>
          <a:p>
            <a:pPr defTabSz="914126" eaLnBrk="0" fontAlgn="base" hangingPunct="0">
              <a:lnSpc>
                <a:spcPct val="150000"/>
              </a:lnSpc>
              <a:spcBef>
                <a:spcPct val="0"/>
              </a:spcBef>
              <a:spcAft>
                <a:spcPct val="0"/>
              </a:spcAft>
              <a:buClrTx/>
              <a:buSzTx/>
            </a:pPr>
            <a:r>
              <a:rPr lang="en-US" altLang="en-US" sz="1600" b="1" dirty="0">
                <a:latin typeface="+mj-lt"/>
              </a:rPr>
              <a:t>Model Deployment </a:t>
            </a:r>
            <a:r>
              <a:rPr lang="en-IN" sz="1600" b="1" dirty="0">
                <a:latin typeface="+mj-lt"/>
              </a:rPr>
              <a:t>URL </a:t>
            </a:r>
            <a:r>
              <a:rPr lang="en-IN" sz="1600" dirty="0">
                <a:latin typeface="+mj-lt"/>
              </a:rPr>
              <a:t>: </a:t>
            </a:r>
            <a:r>
              <a:rPr lang="en-IN" sz="1600" u="sng" dirty="0">
                <a:latin typeface="+mj-lt"/>
                <a:hlinkClick r:id="rId2"/>
              </a:rPr>
              <a:t>https://country-classification-project-mxns2yb6emum74pbyvrgbk.streamlit.app</a:t>
            </a:r>
            <a:endParaRPr lang="en-US" altLang="en-US" sz="1600" dirty="0">
              <a:latin typeface="+mj-lt"/>
            </a:endParaRPr>
          </a:p>
          <a:p>
            <a:pPr marL="0" indent="0" defTabSz="914126" eaLnBrk="0" fontAlgn="base" hangingPunct="0">
              <a:lnSpc>
                <a:spcPct val="150000"/>
              </a:lnSpc>
              <a:spcBef>
                <a:spcPct val="0"/>
              </a:spcBef>
              <a:spcAft>
                <a:spcPct val="0"/>
              </a:spcAft>
              <a:buClrTx/>
              <a:buSzTx/>
              <a:buNone/>
            </a:pPr>
            <a:endParaRPr lang="en-US" altLang="en-US" sz="1600" dirty="0">
              <a:latin typeface="+mj-lt"/>
            </a:endParaRPr>
          </a:p>
          <a:p>
            <a:pPr marL="0" indent="0">
              <a:buNone/>
            </a:pPr>
            <a:endParaRPr lang="en-IN" sz="1600" dirty="0">
              <a:latin typeface="+mj-lt"/>
            </a:endParaRPr>
          </a:p>
        </p:txBody>
      </p:sp>
    </p:spTree>
    <p:extLst>
      <p:ext uri="{BB962C8B-B14F-4D97-AF65-F5344CB8AC3E}">
        <p14:creationId xmlns:p14="http://schemas.microsoft.com/office/powerpoint/2010/main" val="602306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5F64D6-E59F-75BD-CB56-552FC99CDAA3}"/>
              </a:ext>
            </a:extLst>
          </p:cNvPr>
          <p:cNvSpPr>
            <a:spLocks noGrp="1"/>
          </p:cNvSpPr>
          <p:nvPr>
            <p:ph type="ctrTitle"/>
          </p:nvPr>
        </p:nvSpPr>
        <p:spPr/>
        <p:txBody>
          <a:bodyPr/>
          <a:lstStyle/>
          <a:p>
            <a:r>
              <a:rPr lang="en-IN" dirty="0"/>
              <a:t>Appendix</a:t>
            </a:r>
          </a:p>
        </p:txBody>
      </p:sp>
      <p:sp>
        <p:nvSpPr>
          <p:cNvPr id="3" name="Subtitle 2">
            <a:extLst>
              <a:ext uri="{FF2B5EF4-FFF2-40B4-BE49-F238E27FC236}">
                <a16:creationId xmlns:a16="http://schemas.microsoft.com/office/drawing/2014/main" id="{B94A951D-DA91-5681-267A-93D24A040F93}"/>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22714672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roject planning overview presentatio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Calibri">
      <a:maj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blipFill rotWithShape="1">
          <a:blip xmlns:r="http://schemas.openxmlformats.org/officeDocument/2006/relationships" r:embed="rId1">
            <a:duotone>
              <a:schemeClr val="phClr">
                <a:shade val="12000"/>
                <a:satMod val="240000"/>
              </a:schemeClr>
              <a:schemeClr val="phClr">
                <a:tint val="98000"/>
              </a:schemeClr>
            </a:duotone>
          </a:blip>
          <a:tile tx="0" ty="0" sx="100000" sy="100000" flip="none" algn="ctr"/>
        </a:blipFill>
      </a:bgFillStyleLst>
    </a:fmtScheme>
  </a:themeElements>
  <a:objectDefaults>
    <a:spDef>
      <a:spPr>
        <a:solidFill>
          <a:schemeClr val="accent1">
            <a:lumMod val="50000"/>
          </a:schemeClr>
        </a:solidFill>
      </a:spPr>
      <a:bodyPr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8575"/>
      </a:spPr>
      <a:bodyPr/>
      <a:lstStyle/>
      <a:style>
        <a:lnRef idx="1">
          <a:schemeClr val="accent1"/>
        </a:lnRef>
        <a:fillRef idx="0">
          <a:schemeClr val="accent1"/>
        </a:fillRef>
        <a:effectRef idx="0">
          <a:schemeClr val="accent1"/>
        </a:effectRef>
        <a:fontRef idx="minor">
          <a:schemeClr val="tx1"/>
        </a:fontRef>
      </a:style>
    </a:lnDef>
    <a:txDef>
      <a:spPr>
        <a:noFill/>
        <a:ln>
          <a:solidFill>
            <a:schemeClr val="accent1">
              <a:lumMod val="20000"/>
              <a:lumOff val="80000"/>
            </a:schemeClr>
          </a:solidFill>
        </a:ln>
      </a:spPr>
      <a:bodyPr wrap="square" rtlCol="0" anchor="ctr" anchorCtr="1">
        <a:spAutoFit/>
      </a:bodyPr>
      <a:lstStyle>
        <a:defPPr>
          <a:defRPr dirty="0" smtClean="0"/>
        </a:defPPr>
      </a:lstStyle>
    </a:txDef>
  </a:objectDefaults>
  <a:extraClrSchemeLst/>
  <a:extLst>
    <a:ext uri="{05A4C25C-085E-4340-85A3-A5531E510DB2}">
      <thm15:themeFamily xmlns:thm15="http://schemas.microsoft.com/office/thememl/2012/main" name="Business project planning overview presentation.potx" id="{0D6D6775-FC9F-484B-A889-C0FCD86449E3}" vid="{CBE6795F-D548-4056-89FC-5BC618C494F3}"/>
    </a:ext>
  </a:extLst>
</a:theme>
</file>

<file path=ppt/theme/theme2.xml><?xml version="1.0" encoding="utf-8"?>
<a:theme xmlns:a="http://schemas.openxmlformats.org/drawingml/2006/main" name="Office Theme">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Calibri">
      <a:maj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Calibri">
      <a:maj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Business project planning overview presentation</Template>
  <TotalTime>413</TotalTime>
  <Words>2130</Words>
  <Application>Microsoft Office PowerPoint</Application>
  <PresentationFormat>Custom</PresentationFormat>
  <Paragraphs>820</Paragraphs>
  <Slides>22</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Aptos Narrow</vt:lpstr>
      <vt:lpstr>Arial</vt:lpstr>
      <vt:lpstr>Calibri</vt:lpstr>
      <vt:lpstr>Wingdings</vt:lpstr>
      <vt:lpstr>Project planning overview presentation</vt:lpstr>
      <vt:lpstr>World Development Measurement Prediction</vt:lpstr>
      <vt:lpstr>Details</vt:lpstr>
      <vt:lpstr>Technologies Used</vt:lpstr>
      <vt:lpstr>Problem Definition</vt:lpstr>
      <vt:lpstr>Dataset Details</vt:lpstr>
      <vt:lpstr>Exploratory Data Analysis (EDA)</vt:lpstr>
      <vt:lpstr>Exploratory Data Analysis (EDA)</vt:lpstr>
      <vt:lpstr>Data Preprocessing</vt:lpstr>
      <vt:lpstr>Correlation Matrix</vt:lpstr>
      <vt:lpstr>Feature Distribution</vt:lpstr>
      <vt:lpstr>Data Scaling</vt:lpstr>
      <vt:lpstr>Scaled Data </vt:lpstr>
      <vt:lpstr>Principal Component Analysis(PCA)</vt:lpstr>
      <vt:lpstr>Feature Selection</vt:lpstr>
      <vt:lpstr>Model Building Methods</vt:lpstr>
      <vt:lpstr>Model Building Methods</vt:lpstr>
      <vt:lpstr>Model Selection Metric</vt:lpstr>
      <vt:lpstr>Clustering Based on PCA Components</vt:lpstr>
      <vt:lpstr>Model Selection &amp; Fitting </vt:lpstr>
      <vt:lpstr>UI and Output</vt:lpstr>
      <vt:lpstr>Deployment</vt:lpstr>
      <vt:lpstr>Appendix</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Preeti Ronghe</dc:creator>
  <cp:lastModifiedBy>Preeti Ronghe</cp:lastModifiedBy>
  <cp:revision>65</cp:revision>
  <dcterms:created xsi:type="dcterms:W3CDTF">2026-03-18T05:45:46Z</dcterms:created>
  <dcterms:modified xsi:type="dcterms:W3CDTF">2026-03-23T12:53:24Z</dcterms:modified>
</cp:coreProperties>
</file>